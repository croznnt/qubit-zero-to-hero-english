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8d67a4404243e6" /><Relationship Type="http://schemas.openxmlformats.org/officeDocument/2006/relationships/extended-properties" Target="/docProps/app.xml" Id="Rab067fca40f24ec7" /><Relationship Type="http://schemas.openxmlformats.org/officeDocument/2006/relationships/officeDocument" Target="/ppt/presentation.xml" Id="Rc472a4ab0d8b4bf4" /></Relationships>
</file>

<file path=ppt/presentation.xml><?xml version="1.0" encoding="utf-8"?>
<p:presentation xmlns:p="http://schemas.openxmlformats.org/presentationml/2006/main">
  <p:sldMasterIdLst>
    <p:sldMasterId xmlns:r="http://schemas.openxmlformats.org/officeDocument/2006/relationships" id="2147483648" r:id="R33e69f79f2e04446"/>
  </p:sldMasterIdLst>
  <p:notesMasterIdLst>
    <p:notesMasterId xmlns:r="http://schemas.openxmlformats.org/officeDocument/2006/relationships" r:id="R47bc239986ff47e8"/>
  </p:notesMasterIdLst>
  <p:sldIdLst>
    <p:sldId xmlns:r="http://schemas.openxmlformats.org/officeDocument/2006/relationships" id="256" r:id="Rf33082981ae941a8"/>
    <p:sldId xmlns:r="http://schemas.openxmlformats.org/officeDocument/2006/relationships" id="257" r:id="R5dd4136402524a0e"/>
    <p:sldId xmlns:r="http://schemas.openxmlformats.org/officeDocument/2006/relationships" id="258" r:id="Rba67b57692b943f2"/>
    <p:sldId xmlns:r="http://schemas.openxmlformats.org/officeDocument/2006/relationships" id="259" r:id="R2781239cec504b6f"/>
    <p:sldId xmlns:r="http://schemas.openxmlformats.org/officeDocument/2006/relationships" id="260" r:id="R69d147b0f4fa4ec4"/>
    <p:sldId xmlns:r="http://schemas.openxmlformats.org/officeDocument/2006/relationships" id="261" r:id="Red828fac5a6744d6"/>
    <p:sldId xmlns:r="http://schemas.openxmlformats.org/officeDocument/2006/relationships" id="262" r:id="R90cd0dee50f2470c"/>
    <p:sldId xmlns:r="http://schemas.openxmlformats.org/officeDocument/2006/relationships" id="263" r:id="R069ebbe3938a42d2"/>
    <p:sldId xmlns:r="http://schemas.openxmlformats.org/officeDocument/2006/relationships" id="264" r:id="R4ded51689ff44133"/>
    <p:sldId xmlns:r="http://schemas.openxmlformats.org/officeDocument/2006/relationships" id="265" r:id="R871c2eaabc354a22"/>
    <p:sldId xmlns:r="http://schemas.openxmlformats.org/officeDocument/2006/relationships" id="266" r:id="R94babd402445426b"/>
    <p:sldId xmlns:r="http://schemas.openxmlformats.org/officeDocument/2006/relationships" id="267" r:id="R63d0499e0457418c"/>
    <p:sldId xmlns:r="http://schemas.openxmlformats.org/officeDocument/2006/relationships" id="268" r:id="R00c6e7812f044cce"/>
    <p:sldId xmlns:r="http://schemas.openxmlformats.org/officeDocument/2006/relationships" id="269" r:id="R038bc6e404884c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7868686ecd4cbe" /><Relationship Type="http://schemas.openxmlformats.org/officeDocument/2006/relationships/slideMaster" Target="/ppt/slideMasters/slideMaster1.xml" Id="R33e69f79f2e04446" /><Relationship Type="http://schemas.openxmlformats.org/officeDocument/2006/relationships/notesMaster" Target="/ppt/notesMasters/notesMaster1.xml" Id="R47bc239986ff47e8" /><Relationship Type="http://schemas.openxmlformats.org/officeDocument/2006/relationships/presProps" Target="/ppt/presProps.xml" Id="Rb2bddc4f4066456d" /><Relationship Type="http://schemas.openxmlformats.org/officeDocument/2006/relationships/tableStyles" Target="/ppt/tableStyles.xml" Id="R218157e947a549df" /><Relationship Type="http://schemas.openxmlformats.org/officeDocument/2006/relationships/slide" Target="/ppt/slides/slide1.xml" Id="Rf33082981ae941a8" /><Relationship Type="http://schemas.openxmlformats.org/officeDocument/2006/relationships/slide" Target="/ppt/slides/slide2.xml" Id="R5dd4136402524a0e" /><Relationship Type="http://schemas.openxmlformats.org/officeDocument/2006/relationships/slide" Target="/ppt/slides/slide3.xml" Id="Rba67b57692b943f2" /><Relationship Type="http://schemas.openxmlformats.org/officeDocument/2006/relationships/slide" Target="/ppt/slides/slide4.xml" Id="R2781239cec504b6f" /><Relationship Type="http://schemas.openxmlformats.org/officeDocument/2006/relationships/slide" Target="/ppt/slides/slide5.xml" Id="R69d147b0f4fa4ec4" /><Relationship Type="http://schemas.openxmlformats.org/officeDocument/2006/relationships/slide" Target="/ppt/slides/slide6.xml" Id="Red828fac5a6744d6" /><Relationship Type="http://schemas.openxmlformats.org/officeDocument/2006/relationships/slide" Target="/ppt/slides/slide7.xml" Id="R90cd0dee50f2470c" /><Relationship Type="http://schemas.openxmlformats.org/officeDocument/2006/relationships/slide" Target="/ppt/slides/slide8.xml" Id="R069ebbe3938a42d2" /><Relationship Type="http://schemas.openxmlformats.org/officeDocument/2006/relationships/slide" Target="/ppt/slides/slide9.xml" Id="R4ded51689ff44133" /><Relationship Type="http://schemas.openxmlformats.org/officeDocument/2006/relationships/slide" Target="/ppt/slides/slide10.xml" Id="R871c2eaabc354a22" /><Relationship Type="http://schemas.openxmlformats.org/officeDocument/2006/relationships/slide" Target="/ppt/slides/slide11.xml" Id="R94babd402445426b" /><Relationship Type="http://schemas.openxmlformats.org/officeDocument/2006/relationships/slide" Target="/ppt/slides/slide12.xml" Id="R63d0499e0457418c" /><Relationship Type="http://schemas.openxmlformats.org/officeDocument/2006/relationships/slide" Target="/ppt/slides/slide13.xml" Id="R00c6e7812f044cce" /><Relationship Type="http://schemas.openxmlformats.org/officeDocument/2006/relationships/slide" Target="/ppt/slides/slide14.xml" Id="R038bc6e404884c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05e9c2fc6743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ccda21be934df1" /><Relationship Type="http://schemas.openxmlformats.org/officeDocument/2006/relationships/notesMaster" Target="/ppt/notesMasters/notesMaster1.xml" Id="Re58a9253cb6f4f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b6355e9df5481b" /><Relationship Type="http://schemas.openxmlformats.org/officeDocument/2006/relationships/notesMaster" Target="/ppt/notesMasters/notesMaster1.xml" Id="R0c4977d4e58146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9ef7937d4b429d" /><Relationship Type="http://schemas.openxmlformats.org/officeDocument/2006/relationships/notesMaster" Target="/ppt/notesMasters/notesMaster1.xml" Id="Rd237b1f15ccb4e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7a01b01c9c475d" /><Relationship Type="http://schemas.openxmlformats.org/officeDocument/2006/relationships/notesMaster" Target="/ppt/notesMasters/notesMaster1.xml" Id="R9a0bbab805024b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7a87f7e46441c3" /><Relationship Type="http://schemas.openxmlformats.org/officeDocument/2006/relationships/notesMaster" Target="/ppt/notesMasters/notesMaster1.xml" Id="Rb4072bbdcdd040a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c2c2558b9d4adb" /><Relationship Type="http://schemas.openxmlformats.org/officeDocument/2006/relationships/notesMaster" Target="/ppt/notesMasters/notesMaster1.xml" Id="R5f62ed93297640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fc941df9574d38" /><Relationship Type="http://schemas.openxmlformats.org/officeDocument/2006/relationships/notesMaster" Target="/ppt/notesMasters/notesMaster1.xml" Id="Rfd30cf309a694a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ac18c86b864a00" /><Relationship Type="http://schemas.openxmlformats.org/officeDocument/2006/relationships/notesMaster" Target="/ppt/notesMasters/notesMaster1.xml" Id="R5339f0027cc244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a6a58d3b7a4597" /><Relationship Type="http://schemas.openxmlformats.org/officeDocument/2006/relationships/notesMaster" Target="/ppt/notesMasters/notesMaster1.xml" Id="Rb3a6c1aa3d6947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c8b9eb5affb46b1" /><Relationship Type="http://schemas.openxmlformats.org/officeDocument/2006/relationships/notesMaster" Target="/ppt/notesMasters/notesMaster1.xml" Id="R7591556d155f4b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ff652f19a74007" /><Relationship Type="http://schemas.openxmlformats.org/officeDocument/2006/relationships/notesMaster" Target="/ppt/notesMasters/notesMaster1.xml" Id="Rf26f502dac324d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83b92ee87d44126" /><Relationship Type="http://schemas.openxmlformats.org/officeDocument/2006/relationships/notesMaster" Target="/ppt/notesMasters/notesMaster1.xml" Id="Rf369e7df7642463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208b46107ab40f8" /><Relationship Type="http://schemas.openxmlformats.org/officeDocument/2006/relationships/notesMaster" Target="/ppt/notesMasters/notesMaster1.xml" Id="Rc18d30ccd3dc40f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91287e9efc34ad9" /><Relationship Type="http://schemas.openxmlformats.org/officeDocument/2006/relationships/notesMaster" Target="/ppt/notesMasters/notesMaster1.xml" Id="R620598f632d449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course as a numerical simulation course using QuTiP. No quantum hardware or cloud account is required for the included examples. The sphere is an abstract illustration, not a device or a calibrated Bloch-sphere plot. This session establishes the computing workflow before S01 introduces complex numbers. Allow about 60 minutes including installation; network and installation time can vary. Ask learners to keep their operating-system guide open. Source: README.md; docs/WINDOWS.md; docs/UBUNTU.md. Cover illustration generated with OpenAI image generation.</a:t>
            </a:r>
          </a:p>
          <a:p xmlns:a="http://schemas.openxmlformats.org/drawingml/2006/main">
            <a:r>
              <a:t/>
            </a:r>
          </a:p>
          <a:p xmlns:a="http://schemas.openxmlformats.org/drawingml/2006/main">
            <a:r>
              <a:t>Repository: https://github.com/croznnt/qubit-zero-to-hero-english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one framework, QuTiP, carries the numerical work through the course. NumPy and SciPy support arrays and optimization. The research bridge connects to discrete assignment problems relevant to UAV task allocation; a qubit simulation alone is not a swarm simulator. QAOA examples do not establish quantum advantage. Success today means a working local interpreter, four output files and an explanation of probability versus sampled frequency. Source: README.md; lessons/; src/qubit_course/experiments.py.</a:t>
            </a:r>
          </a:p>
          <a:p xmlns:a="http://schemas.openxmlformats.org/drawingml/2006/main">
            <a:r>
              <a:t/>
            </a:r>
          </a:p>
          <a:p xmlns:a="http://schemas.openxmlformats.org/drawingml/2006/main">
            <a:r>
              <a:t>Repository: https://github.com/croznnt/qubit-zero-to-hero-english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Walkthrough: Windows uses Python 3.13; Ubuntu 24.04 uses its distribution Python 3.12. CI covers Python 3.12 and 3.13 on both operating systems. The package declaration permits Python &gt;=3.11, which is broader than the CI matrix. Verify git --version and the intended Python version. A repository holds source files; a virtual environment holds an interpreter and installed dependencies. Do not copy a virtual environment between computers or operating systems. Source: pyproject.toml; .github/workflows/ci.yml; docs/WINDOWS.md; docs/UBUNTU.md; https://docs.python.org/3/library/venv.html</a:t>
            </a:r>
          </a:p>
          <a:p xmlns:a="http://schemas.openxmlformats.org/drawingml/2006/main">
            <a:r>
              <a:t/>
            </a:r>
          </a:p>
          <a:p xmlns:a="http://schemas.openxmlformats.org/drawingml/2006/main">
            <a:r>
              <a:t>Repository: https://github.com/croznnt/qubit-zero-to-hero-english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walkthrough 1. Use native Windows PowerShell. Install Python 3.13 and Git first, then open a new terminal. Explain each line: clone creates a checkout, cd selects it, venv creates a local environment, pip upgrade prepares the installer, editable installation links the package to this checkout. The dev extra includes development tools such as pytest. The commands deliberately call the environment interpreter directly. If py is unavailable, use python only after verifying it is the intended Python installation. Quote paths containing spaces. Do not paste commands into the Python &gt;&gt;&gt; prompt. Source: docs/WINDOWS.md; pyproject.toml.</a:t>
            </a:r>
          </a:p>
          <a:p xmlns:a="http://schemas.openxmlformats.org/drawingml/2006/main">
            <a:r>
              <a:t/>
            </a:r>
          </a:p>
          <a:p xmlns:a="http://schemas.openxmlformats.org/drawingml/2006/main">
            <a:r>
              <a:t>Repository: https://github.com/croznnt/qubit-zero-to-hero-english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walkthrough 1, Ubuntu alternative. Target Ubuntu 24.04. System packages need sudo; the pip command inside the project environment does not. Python3-venv supplies environment creation support. Learners on a different Ubuntu release should verify Python &gt;=3.11 and availability of wheels for the pinned dependencies. Do not use sudo pip or bypass externally-managed-environment protection. The clone command is run once in a chosen parent directory. If the repository already exists, cd into that checkout instead of cloning inside it. Source: docs/UBUNTU.md; https://ubuntu.com/developers/docs/howto/python-setup/; https://docs.python.org/3/library/venv.html</a:t>
            </a:r>
          </a:p>
          <a:p xmlns:a="http://schemas.openxmlformats.org/drawingml/2006/main">
            <a:r>
              <a:t/>
            </a:r>
          </a:p>
          <a:p xmlns:a="http://schemas.openxmlformats.org/drawingml/2006/main">
            <a:r>
              <a:t>Repository: https://github.com/croznnt/qubit-zero-to-hero-english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each learner to run only their operating-system command. To inspect the interpreter too, use -c "import sys; print(sys.executable)" with the same executable prefix. Its path must point into this checkout’s .venv. Optional activation is .\.venv\Scripts\Activate.ps1 on Windows and source .venv/bin/activate on Ubuntu. After activation, later lessons use python as shorthand. If PowerShell blocks Activate.ps1, keep the explicit executable path; no machine-wide execution-policy change is needed. If import fails, install with that same interpreter. Source: docs/WINDOWS.md; docs/UBUNTU.md; requirements.txt.</a:t>
            </a:r>
          </a:p>
          <a:p xmlns:a="http://schemas.openxmlformats.org/drawingml/2006/main">
            <a:r>
              <a:t/>
            </a:r>
          </a:p>
          <a:p xmlns:a="http://schemas.openxmlformats.org/drawingml/2006/main">
            <a:r>
              <a:t>Repository: https://github.com/croznnt/qubit-zero-to-hero-english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checkout in an editor and locate pyproject.toml, lessons, exercises and src. Show exercises/basics/README.md and starter.py without solving the exercise. Editable installation means changes to src are used by the environment; changes in another checkout are not. Runs are generated locally and ignored by Git. A clean source checkout and a separate output directory make it easier to identify what changed. Written task 1: record the absolute repository path and interpreter path in a personal lab log. Source: repository directory structure; .gitignore; exercises/basics/README.md.</a:t>
            </a:r>
          </a:p>
          <a:p xmlns:a="http://schemas.openxmlformats.org/drawingml/2006/main">
            <a:r>
              <a:t/>
            </a:r>
          </a:p>
          <a:p xmlns:a="http://schemas.openxmlformats.org/drawingml/2006/main">
            <a:r>
              <a:t>Repository: https://github.com/croznnt/qubit-zero-to-hero-english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the actual schema: metrics.json contains the random seed and wall time alongside experiment metrics. Metadata contains UTC time, experiment name, Python/platform, source_commit, working_tree_dirty, package versions, units and solver settings where applicable. arrays.npz contains raw arrays; basics includes amplitudes, Bloch coordinates and simulated binary shots. figure.png is a convenience view. Its basics summary mixes numerical metrics with different meanings, so read metrics.json for interpretation. The output argument names the parent directory; the CLI adds basics. Source: src/qubit_course/cli.py; src/qubit_course/experiments.py.</a:t>
            </a:r>
          </a:p>
          <a:p xmlns:a="http://schemas.openxmlformats.org/drawingml/2006/main">
            <a:r>
              <a:t/>
            </a:r>
          </a:p>
          <a:p xmlns:a="http://schemas.openxmlformats.org/drawingml/2006/main">
            <a:r>
              <a:t>Repository: https://github.com/croznnt/qubit-zero-to-hero-english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 records working_tree_dirty using git status --porcelain, which can include untracked files as well as tracked edits. A commit hash cannot reconstruct uncommitted changes; preserve those separately when reporting a result. metadata.json may contain null source fields if Git is unavailable. Units describe the course conventions; basics has no time evolution. A fixed seed controls this experiment’s generator but numerical libraries, versions and platforms still matter. wall_seconds is performance information, not a scientific target. The CLI refuses a run when metrics.json already exists in the experiment directory. Source: src/qubit_course/cli.py; docs/CONVENTIONS.md.</a:t>
            </a:r>
          </a:p>
          <a:p xmlns:a="http://schemas.openxmlformats.org/drawingml/2006/main">
            <a:r>
              <a:t/>
            </a:r>
          </a:p>
          <a:p xmlns:a="http://schemas.openxmlformats.org/drawingml/2006/main">
            <a:r>
              <a:t>Repository: https://github.com/croznnt/qubit-zero-to-hero-english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walkthrough 2. Explain the interpreter prefix, -m module execution, basics experiment selection, seed and output parent. The Windows backtick and Bash backslash continue a command onto the next line; put no trailing spaces after either. The source guide also provides a one-line command. Run once, wait for the printed metrics path, then inspect all four files. Windows: Get-Content runs/first/basics/metrics.json. Ubuntu: cat runs/first/basics/metrics.json. Reusing a completed path is intentionally rejected; use runs/second for another run. Source: docs/WINDOWS.md; docs/UBUNTU.md; src/qubit_course/cli.py.</a:t>
            </a:r>
          </a:p>
          <a:p xmlns:a="http://schemas.openxmlformats.org/drawingml/2006/main">
            <a:r>
              <a:t/>
            </a:r>
          </a:p>
          <a:p xmlns:a="http://schemas.openxmlformats.org/drawingml/2006/main">
            <a:r>
              <a:t>Repository: https://github.com/croznnt/qubit-zero-to-hero-english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actual metrics file. The mathematical probability is one quarter; floating-point serialization may show 0.24999999999999994. The supplied reference with seed 42 yields measured_fraction_one 0.262 and 2000 shots. This is 524 outcomes equal to one. Do not require exact equality between the two fractions. Here the code samples a binomial distribution independently; these are simulated measurements, not hardware observations. A norm near one is appropriate for this pure-state example; mixed states introduced later can lie inside the Bloch sphere. Ask: if the seed changes, which quantities should remain approximately or exactly the same? Source: src/qubit_course/experiments.py, basics; reproducible reference metrics accompanying this deck.</a:t>
            </a:r>
          </a:p>
          <a:p xmlns:a="http://schemas.openxmlformats.org/drawingml/2006/main">
            <a:r>
              <a:t/>
            </a:r>
          </a:p>
          <a:p xmlns:a="http://schemas.openxmlformats.org/drawingml/2006/main">
            <a:r>
              <a:t>Repository: https://github.com/croznnt/qubit-zero-to-hero-english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five minutes and discuss answers. Q1: the repository is versioned source; .venv is an isolated interpreter/dependency environment that can be recreated. Q2: only 2000 simulated shots were sampled, so the empirical frequency need not equal the underlying probability. Q3: no; the unfinished starter intentionally exits with code 1 until implemented. Task 1 passes when the interpreter is inside the intended checkout and the four artifacts are present under the experiment subdirectory. Task 2 uses --seed 7 --output runs/second; probability and pure-state norm stay effectively unchanged, the seed changes, and the sampled fraction may differ. Do not grade against a hard-coded new fraction. If setup is blocked, use the appendix and platform guides before S01. Source: exercises/basics/README.md; docs/GUIDED_LABS.md; src/qubit_course/experiments.py.</a:t>
            </a:r>
          </a:p>
          <a:p xmlns:a="http://schemas.openxmlformats.org/drawingml/2006/main">
            <a:r>
              <a:t/>
            </a:r>
          </a:p>
          <a:p xmlns:a="http://schemas.openxmlformats.org/drawingml/2006/main">
            <a:r>
              <a:t>Repository: https://github.com/croznnt/qubit-zero-to-hero-english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starter command to demonstrate the distinction between an unfinished exercise and environment failure. The reference command checks the supplied solution separately; it does not complete the learner’s starter. Pytest checks the course, not the learner’s progress. If pytest temporary storage is blocked, consult docs/WINDOWS.md for a dedicated writable --basetemp path; pytest clears that directory, so use an expendable location. If a run already exists, select a fresh --output. If py is missing, verify the intended python executable before creating the environment. Source: docs/WINDOWS.md; docs/GUIDED_LABS.md.</a:t>
            </a:r>
          </a:p>
          <a:p xmlns:a="http://schemas.openxmlformats.org/drawingml/2006/main">
            <a:r>
              <a:t/>
            </a:r>
          </a:p>
          <a:p xmlns:a="http://schemas.openxmlformats.org/drawingml/2006/main">
            <a:r>
              <a:t>Repository: https://github.com/croznnt/qubit-zero-to-hero-english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CLI configures Matplotlib with the noninteractive Agg backend and writes figure.png, so an interactive plotting window is not required. An untouched starter reporting UNFINISHED is expected; the supplied reference should pass. Keep apt for OS packages and pip inside the virtual environment for course packages. Never copy the Windows .venv here. If the selected Python has no compatible package wheels, consult the pinned dependency requirements and use a supported interpreter rather than silently changing QuTiP. Source: docs/UBUNTU.md; src/qubit_course/cli.py; https://qutip.readthedocs.io/en/stable/installation.html</a:t>
            </a:r>
          </a:p>
          <a:p xmlns:a="http://schemas.openxmlformats.org/drawingml/2006/main">
            <a:r>
              <a:t/>
            </a:r>
          </a:p>
          <a:p xmlns:a="http://schemas.openxmlformats.org/drawingml/2006/main">
            <a:r>
              <a:t>Repository: https://github.com/croznnt/qubit-zero-to-hero-english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04caa0006549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1039b59e764c7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d3f9fb25a74a1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89716b9f8b841d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7c438710f37421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a12c56d389a4b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64E4E3-3FAC-4637-BEE3-47DB72D480A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5AB5887-F957-41C9-8C71-A11DB0DA82F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08C1339-8048-4D94-9020-A9ADABB093A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295B71-1C73-40B6-B041-2684296850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5E2EEDC-1290-44D8-8795-9DD25F544CB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FCC19EA-A0EE-48D5-B6B8-CDD77AF3B6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858202-92EF-40F3-9FEF-C62949DE74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E1EF978-3C6F-4B66-A3B4-2AFA28BFA78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20B565-E703-4EA5-B384-98E9FCB3A9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3AB328-7A0B-4605-89EA-4F15244235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dcfeb768524348" /><Relationship Type="http://schemas.openxmlformats.org/officeDocument/2006/relationships/slideLayout" Target="/ppt/slideLayouts/slideLayout1.xml" Id="Rca385dcde8894655" /><Relationship Type="http://schemas.openxmlformats.org/officeDocument/2006/relationships/slideLayout" Target="/ppt/slideLayouts/slideLayout2.xml" Id="R49cfb3f0e95947fe" /><Relationship Type="http://schemas.openxmlformats.org/officeDocument/2006/relationships/slideLayout" Target="/ppt/slideLayouts/slideLayout3.xml" Id="R6bd41f65972e47b2" /><Relationship Type="http://schemas.openxmlformats.org/officeDocument/2006/relationships/slideLayout" Target="/ppt/slideLayouts/slideLayout4.xml" Id="Re4998eb8a6314fab" /><Relationship Type="http://schemas.openxmlformats.org/officeDocument/2006/relationships/slideLayout" Target="/ppt/slideLayouts/slideLayout5.xml" Id="R99e78ad1a57140be" /><Relationship Type="http://schemas.openxmlformats.org/officeDocument/2006/relationships/slideLayout" Target="/ppt/slideLayouts/slideLayout6.xml" Id="R6974c6cde50149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385dcde8894655"/>
    <p:sldLayoutId xmlns:r="http://schemas.openxmlformats.org/officeDocument/2006/relationships" id="2147483650" r:id="R49cfb3f0e95947fe"/>
    <p:sldLayoutId xmlns:r="http://schemas.openxmlformats.org/officeDocument/2006/relationships" id="2147483651" r:id="R6bd41f65972e47b2"/>
    <p:sldLayoutId xmlns:r="http://schemas.openxmlformats.org/officeDocument/2006/relationships" id="2147483652" r:id="Re4998eb8a6314fab"/>
    <p:sldLayoutId xmlns:r="http://schemas.openxmlformats.org/officeDocument/2006/relationships" id="2147483653" r:id="R99e78ad1a57140be"/>
    <p:sldLayoutId xmlns:r="http://schemas.openxmlformats.org/officeDocument/2006/relationships" id="2147483654" r:id="R6974c6cde50149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6d6484a3f9040c7" /><Relationship Type="http://schemas.openxmlformats.org/officeDocument/2006/relationships/image" Target="/ppt/media/image.png" Id="R211cc0cf7e2f4dce" /><Relationship Type="http://schemas.openxmlformats.org/officeDocument/2006/relationships/notesSlide" Target="/ppt/notesSlides/notesSlide1.xml" Id="Rf9699a10d09a4c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3b3b017dc79426b" /><Relationship Type="http://schemas.openxmlformats.org/officeDocument/2006/relationships/notesSlide" Target="/ppt/notesSlides/notesSlide2.xml" Id="Rc52e8832824343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7c2df66a0cc4dee" /><Relationship Type="http://schemas.openxmlformats.org/officeDocument/2006/relationships/notesSlide" Target="/ppt/notesSlides/notesSlide3.xml" Id="Rdd381af484064f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3784011f6d7417d" /><Relationship Type="http://schemas.openxmlformats.org/officeDocument/2006/relationships/notesSlide" Target="/ppt/notesSlides/notesSlide4.xml" Id="R6332bee42e3b4d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c46acfdbbf143cd" /><Relationship Type="http://schemas.openxmlformats.org/officeDocument/2006/relationships/notesSlide" Target="/ppt/notesSlides/notesSlide5.xml" Id="Red34b4be909746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7a66e77ae5b492a" /><Relationship Type="http://schemas.openxmlformats.org/officeDocument/2006/relationships/notesSlide" Target="/ppt/notesSlides/notesSlide6.xml" Id="R29a53b0f7fe1452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90c2eb9597e4637" /><Relationship Type="http://schemas.openxmlformats.org/officeDocument/2006/relationships/notesSlide" Target="/ppt/notesSlides/notesSlide7.xml" Id="R3dba828eaec641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1d2b35469f044a8" /><Relationship Type="http://schemas.openxmlformats.org/officeDocument/2006/relationships/notesSlide" Target="/ppt/notesSlides/notesSlide8.xml" Id="R1ababf88c6bb4a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ee7401af00b45a2" /><Relationship Type="http://schemas.openxmlformats.org/officeDocument/2006/relationships/notesSlide" Target="/ppt/notesSlides/notesSlide9.xml" Id="Rc810600dc815445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9755cbba5a541de" /><Relationship Type="http://schemas.openxmlformats.org/officeDocument/2006/relationships/notesSlide" Target="/ppt/notesSlides/notesSlide10.xml" Id="R84aa632d62d44c4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6aabc667aa44fdc" /><Relationship Type="http://schemas.openxmlformats.org/officeDocument/2006/relationships/notesSlide" Target="/ppt/notesSlides/notesSlide11.xml" Id="R8693d519e2d542e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6e0565285b64a2a" /><Relationship Type="http://schemas.openxmlformats.org/officeDocument/2006/relationships/notesSlide" Target="/ppt/notesSlides/notesSlide12.xml" Id="Ra343d312b0dd45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0ee90d4171f4fe2" /><Relationship Type="http://schemas.openxmlformats.org/officeDocument/2006/relationships/notesSlide" Target="/ppt/notesSlides/notesSlide13.xml" Id="R1a58b8355914463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d43123a6ca64368" /><Relationship Type="http://schemas.openxmlformats.org/officeDocument/2006/relationships/notesSlide" Target="/ppt/notesSlides/notesSlide14.xml" Id="R62ceed19c6ae426f" /></Relationships>
</file>

<file path=ppt/slides/slide1.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218AA98-7AF9-4615-AB62-C7380C75EBFC}"/>
              </a:ext>
            </a:extLst>
          </p:cNvPr>
          <p:cNvSpPr>
            <a:spLocks xmlns:a="http://schemas.openxmlformats.org/drawingml/2006/main" noGrp="1"/>
          </p:cNvSpPr>
          <p:nvPr/>
        </p:nvSpPr>
        <p:spPr>
          <a:xfrm xmlns:a="http://schemas.openxmlformats.org/drawingml/2006/main">
            <a:off x="609600" y="64770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1">
                <a:solidFill>
                  <a:srgbClr val="168A84"/>
                </a:solidFill>
                <a:latin typeface="Arial"/>
                <a:ea typeface="Arial"/>
                <a:cs typeface="Arial"/>
              </a:defRPr>
            </a:defPPr>
            <a:lvl1pPr>
              <a:defRPr sz="1725" b="1">
                <a:solidFill>
                  <a:srgbClr val="168A84"/>
                </a:solidFill>
                <a:latin typeface="Arial"/>
                <a:ea typeface="Arial"/>
                <a:cs typeface="Arial"/>
              </a:defRPr>
            </a:lvl1pPr>
            <a:lvl2pPr>
              <a:defRPr sz="1725" b="1">
                <a:solidFill>
                  <a:srgbClr val="168A84"/>
                </a:solidFill>
                <a:latin typeface="Arial"/>
                <a:ea typeface="Arial"/>
                <a:cs typeface="Arial"/>
              </a:defRPr>
            </a:lvl2pPr>
            <a:lvl3pPr>
              <a:defRPr sz="1725" b="1">
                <a:solidFill>
                  <a:srgbClr val="168A84"/>
                </a:solidFill>
                <a:latin typeface="Arial"/>
                <a:ea typeface="Arial"/>
                <a:cs typeface="Arial"/>
              </a:defRPr>
            </a:lvl3pPr>
            <a:lvl4pPr>
              <a:defRPr sz="1725" b="1">
                <a:solidFill>
                  <a:srgbClr val="168A84"/>
                </a:solidFill>
                <a:latin typeface="Arial"/>
                <a:ea typeface="Arial"/>
                <a:cs typeface="Arial"/>
              </a:defRPr>
            </a:lvl4pPr>
            <a:lvl5pPr>
              <a:defRPr sz="1725" b="1">
                <a:solidFill>
                  <a:srgbClr val="168A84"/>
                </a:solidFill>
                <a:latin typeface="Arial"/>
                <a:ea typeface="Arial"/>
                <a:cs typeface="Arial"/>
              </a:defRPr>
            </a:lvl5pPr>
            <a:lvl6pPr>
              <a:defRPr sz="1725" b="1">
                <a:solidFill>
                  <a:srgbClr val="168A84"/>
                </a:solidFill>
                <a:latin typeface="Arial"/>
                <a:ea typeface="Arial"/>
                <a:cs typeface="Arial"/>
              </a:defRPr>
            </a:lvl6pPr>
            <a:lvl7pPr>
              <a:defRPr sz="1725" b="1">
                <a:solidFill>
                  <a:srgbClr val="168A84"/>
                </a:solidFill>
                <a:latin typeface="Arial"/>
                <a:ea typeface="Arial"/>
                <a:cs typeface="Arial"/>
              </a:defRPr>
            </a:lvl7pPr>
            <a:lvl8pPr>
              <a:defRPr sz="1725" b="1">
                <a:solidFill>
                  <a:srgbClr val="168A84"/>
                </a:solidFill>
                <a:latin typeface="Arial"/>
                <a:ea typeface="Arial"/>
                <a:cs typeface="Arial"/>
              </a:defRPr>
            </a:lvl8pPr>
            <a:lvl9pPr>
              <a:defRPr sz="1725" b="1">
                <a:solidFill>
                  <a:srgbClr val="168A84"/>
                </a:solidFill>
                <a:latin typeface="Arial"/>
                <a:ea typeface="Arial"/>
                <a:cs typeface="Arial"/>
              </a:defRPr>
            </a:lvl9pPr>
          </a:lstStyle>
          <a:p xmlns:a="http://schemas.openxmlformats.org/drawingml/2006/main">
            <a:pPr>
              <a:defRPr sz="1725" b="1">
                <a:solidFill>
                  <a:srgbClr val="168A84"/>
                </a:solidFill>
                <a:latin typeface="Arial"/>
                <a:ea typeface="Arial"/>
                <a:cs typeface="Arial"/>
              </a:defRPr>
            </a:pPr>
            <a:r>
              <a:rPr sz="1725" b="1">
                <a:solidFill>
                  <a:srgbClr val="168A84"/>
                </a:solidFill>
                <a:latin typeface="Arial"/>
                <a:ea typeface="Arial"/>
                <a:cs typeface="Arial"/>
              </a:rPr>
              <a:t>QUBIT ZERO TO HERO</a:t>
            </a:r>
          </a:p>
        </p:txBody>
      </p:sp>
      <p:sp>
        <p:nvSpPr>
          <p:cNvPr id="3" name="">
            <a:extLst xmlns:a="http://schemas.openxmlformats.org/drawingml/2006/main">
              <a:ext uri="{FF2B5EF4-FFF2-40B4-BE49-F238E27FC236}">
                <a16:creationId xmlns:a16="http://schemas.microsoft.com/office/drawing/2014/main" id="{E778673E-9F81-4B8B-9767-3A37ACD66A6B}"/>
              </a:ext>
            </a:extLst>
          </p:cNvPr>
          <p:cNvSpPr>
            <a:spLocks xmlns:a="http://schemas.openxmlformats.org/drawingml/2006/main" noGrp="1"/>
          </p:cNvSpPr>
          <p:nvPr/>
        </p:nvSpPr>
        <p:spPr>
          <a:xfrm xmlns:a="http://schemas.openxmlformats.org/drawingml/2006/main">
            <a:off x="609600" y="1905000"/>
            <a:ext cx="6191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5100" b="1">
                <a:solidFill>
                  <a:srgbClr val="14233B"/>
                </a:solidFill>
                <a:latin typeface="Arial"/>
                <a:ea typeface="Arial"/>
                <a:cs typeface="Arial"/>
              </a:defRPr>
            </a:defPPr>
            <a:lvl1pPr>
              <a:defRPr sz="5100" b="1">
                <a:solidFill>
                  <a:srgbClr val="14233B"/>
                </a:solidFill>
                <a:latin typeface="Arial"/>
                <a:ea typeface="Arial"/>
                <a:cs typeface="Arial"/>
              </a:defRPr>
            </a:lvl1pPr>
            <a:lvl2pPr>
              <a:defRPr sz="5100" b="1">
                <a:solidFill>
                  <a:srgbClr val="14233B"/>
                </a:solidFill>
                <a:latin typeface="Arial"/>
                <a:ea typeface="Arial"/>
                <a:cs typeface="Arial"/>
              </a:defRPr>
            </a:lvl2pPr>
            <a:lvl3pPr>
              <a:defRPr sz="5100" b="1">
                <a:solidFill>
                  <a:srgbClr val="14233B"/>
                </a:solidFill>
                <a:latin typeface="Arial"/>
                <a:ea typeface="Arial"/>
                <a:cs typeface="Arial"/>
              </a:defRPr>
            </a:lvl3pPr>
            <a:lvl4pPr>
              <a:defRPr sz="5100" b="1">
                <a:solidFill>
                  <a:srgbClr val="14233B"/>
                </a:solidFill>
                <a:latin typeface="Arial"/>
                <a:ea typeface="Arial"/>
                <a:cs typeface="Arial"/>
              </a:defRPr>
            </a:lvl4pPr>
            <a:lvl5pPr>
              <a:defRPr sz="5100" b="1">
                <a:solidFill>
                  <a:srgbClr val="14233B"/>
                </a:solidFill>
                <a:latin typeface="Arial"/>
                <a:ea typeface="Arial"/>
                <a:cs typeface="Arial"/>
              </a:defRPr>
            </a:lvl5pPr>
            <a:lvl6pPr>
              <a:defRPr sz="5100" b="1">
                <a:solidFill>
                  <a:srgbClr val="14233B"/>
                </a:solidFill>
                <a:latin typeface="Arial"/>
                <a:ea typeface="Arial"/>
                <a:cs typeface="Arial"/>
              </a:defRPr>
            </a:lvl6pPr>
            <a:lvl7pPr>
              <a:defRPr sz="5100" b="1">
                <a:solidFill>
                  <a:srgbClr val="14233B"/>
                </a:solidFill>
                <a:latin typeface="Arial"/>
                <a:ea typeface="Arial"/>
                <a:cs typeface="Arial"/>
              </a:defRPr>
            </a:lvl7pPr>
            <a:lvl8pPr>
              <a:defRPr sz="5100" b="1">
                <a:solidFill>
                  <a:srgbClr val="14233B"/>
                </a:solidFill>
                <a:latin typeface="Arial"/>
                <a:ea typeface="Arial"/>
                <a:cs typeface="Arial"/>
              </a:defRPr>
            </a:lvl8pPr>
            <a:lvl9pPr>
              <a:defRPr sz="5100" b="1">
                <a:solidFill>
                  <a:srgbClr val="14233B"/>
                </a:solidFill>
                <a:latin typeface="Arial"/>
                <a:ea typeface="Arial"/>
                <a:cs typeface="Arial"/>
              </a:defRPr>
            </a:lvl9pPr>
          </a:lstStyle>
          <a:p xmlns:a="http://schemas.openxmlformats.org/drawingml/2006/main">
            <a:pPr>
              <a:defRPr sz="5100" b="1">
                <a:solidFill>
                  <a:srgbClr val="14233B"/>
                </a:solidFill>
                <a:latin typeface="Arial"/>
                <a:ea typeface="Arial"/>
                <a:cs typeface="Arial"/>
              </a:defRPr>
            </a:pPr>
            <a:r>
              <a:rPr sz="5100" b="1">
                <a:solidFill>
                  <a:srgbClr val="14233B"/>
                </a:solidFill>
                <a:latin typeface="Arial"/>
                <a:ea typeface="Arial"/>
                <a:cs typeface="Arial"/>
              </a:rPr>
              <a:t>Your first qubit simulation</a:t>
            </a:r>
          </a:p>
        </p:txBody>
      </p:sp>
      <p:sp>
        <p:nvSpPr>
          <p:cNvPr id="4" name="">
            <a:extLst xmlns:a="http://schemas.openxmlformats.org/drawingml/2006/main">
              <a:ext uri="{FF2B5EF4-FFF2-40B4-BE49-F238E27FC236}">
                <a16:creationId xmlns:a16="http://schemas.microsoft.com/office/drawing/2014/main" id="{205CC9A7-DD08-4EFD-9C57-148CC8F4594D}"/>
              </a:ext>
            </a:extLst>
          </p:cNvPr>
          <p:cNvSpPr>
            <a:spLocks xmlns:a="http://schemas.openxmlformats.org/drawingml/2006/main" noGrp="1"/>
          </p:cNvSpPr>
          <p:nvPr/>
        </p:nvSpPr>
        <p:spPr>
          <a:xfrm xmlns:a="http://schemas.openxmlformats.org/drawingml/2006/main">
            <a:off x="609600" y="4552950"/>
            <a:ext cx="647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4233B"/>
                </a:solidFill>
                <a:latin typeface="Arial"/>
                <a:ea typeface="Arial"/>
                <a:cs typeface="Arial"/>
              </a:defRPr>
            </a:defPPr>
            <a:lvl1pPr>
              <a:defRPr sz="2175" b="0">
                <a:solidFill>
                  <a:srgbClr val="14233B"/>
                </a:solidFill>
                <a:latin typeface="Arial"/>
                <a:ea typeface="Arial"/>
                <a:cs typeface="Arial"/>
              </a:defRPr>
            </a:lvl1pPr>
            <a:lvl2pPr>
              <a:defRPr sz="2175" b="0">
                <a:solidFill>
                  <a:srgbClr val="14233B"/>
                </a:solidFill>
                <a:latin typeface="Arial"/>
                <a:ea typeface="Arial"/>
                <a:cs typeface="Arial"/>
              </a:defRPr>
            </a:lvl2pPr>
            <a:lvl3pPr>
              <a:defRPr sz="2175" b="0">
                <a:solidFill>
                  <a:srgbClr val="14233B"/>
                </a:solidFill>
                <a:latin typeface="Arial"/>
                <a:ea typeface="Arial"/>
                <a:cs typeface="Arial"/>
              </a:defRPr>
            </a:lvl3pPr>
            <a:lvl4pPr>
              <a:defRPr sz="2175" b="0">
                <a:solidFill>
                  <a:srgbClr val="14233B"/>
                </a:solidFill>
                <a:latin typeface="Arial"/>
                <a:ea typeface="Arial"/>
                <a:cs typeface="Arial"/>
              </a:defRPr>
            </a:lvl4pPr>
            <a:lvl5pPr>
              <a:defRPr sz="2175" b="0">
                <a:solidFill>
                  <a:srgbClr val="14233B"/>
                </a:solidFill>
                <a:latin typeface="Arial"/>
                <a:ea typeface="Arial"/>
                <a:cs typeface="Arial"/>
              </a:defRPr>
            </a:lvl5pPr>
            <a:lvl6pPr>
              <a:defRPr sz="2175" b="0">
                <a:solidFill>
                  <a:srgbClr val="14233B"/>
                </a:solidFill>
                <a:latin typeface="Arial"/>
                <a:ea typeface="Arial"/>
                <a:cs typeface="Arial"/>
              </a:defRPr>
            </a:lvl6pPr>
            <a:lvl7pPr>
              <a:defRPr sz="2175" b="0">
                <a:solidFill>
                  <a:srgbClr val="14233B"/>
                </a:solidFill>
                <a:latin typeface="Arial"/>
                <a:ea typeface="Arial"/>
                <a:cs typeface="Arial"/>
              </a:defRPr>
            </a:lvl7pPr>
            <a:lvl8pPr>
              <a:defRPr sz="2175" b="0">
                <a:solidFill>
                  <a:srgbClr val="14233B"/>
                </a:solidFill>
                <a:latin typeface="Arial"/>
                <a:ea typeface="Arial"/>
                <a:cs typeface="Arial"/>
              </a:defRPr>
            </a:lvl8pPr>
            <a:lvl9pPr>
              <a:defRPr sz="2175" b="0">
                <a:solidFill>
                  <a:srgbClr val="14233B"/>
                </a:solidFill>
                <a:latin typeface="Arial"/>
                <a:ea typeface="Arial"/>
                <a:cs typeface="Arial"/>
              </a:defRPr>
            </a:lvl9pPr>
          </a:lstStyle>
          <a:p xmlns:a="http://schemas.openxmlformats.org/drawingml/2006/main">
            <a:pPr>
              <a:defRPr sz="2175" b="0">
                <a:solidFill>
                  <a:srgbClr val="14233B"/>
                </a:solidFill>
                <a:latin typeface="Arial"/>
                <a:ea typeface="Arial"/>
                <a:cs typeface="Arial"/>
              </a:defRPr>
            </a:pPr>
            <a:r>
              <a:rPr sz="2175" b="0">
                <a:solidFill>
                  <a:srgbClr val="14233B"/>
                </a:solidFill>
                <a:latin typeface="Arial"/>
                <a:ea typeface="Arial"/>
                <a:cs typeface="Arial"/>
              </a:rPr>
              <a:t>S00 · Course orientation</a:t>
            </a:r>
          </a:p>
          <a:p xmlns:a="http://schemas.openxmlformats.org/drawingml/2006/main">
            <a:pPr>
              <a:defRPr sz="2175" b="0">
                <a:solidFill>
                  <a:srgbClr val="14233B"/>
                </a:solidFill>
                <a:latin typeface="Arial"/>
                <a:ea typeface="Arial"/>
                <a:cs typeface="Arial"/>
              </a:defRPr>
            </a:pPr>
            <a:r>
              <a:rPr sz="2175" b="0">
                <a:solidFill>
                  <a:srgbClr val="14233B"/>
                </a:solidFill>
                <a:latin typeface="Arial"/>
                <a:ea typeface="Arial"/>
                <a:cs typeface="Arial"/>
              </a:rPr>
              <a:t>Windows and Ubuntu setup</a:t>
            </a:r>
          </a:p>
        </p:txBody>
      </p:sp>
      <p:sp>
        <p:nvSpPr>
          <p:cNvPr id="5" name="">
            <a:extLst xmlns:a="http://schemas.openxmlformats.org/drawingml/2006/main">
              <a:ext uri="{FF2B5EF4-FFF2-40B4-BE49-F238E27FC236}">
                <a16:creationId xmlns:a16="http://schemas.microsoft.com/office/drawing/2014/main" id="{E8F3299D-15D8-4B00-A7EE-C7108BB16814}"/>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4A5B6B"/>
                </a:solidFill>
                <a:latin typeface="Arial"/>
                <a:ea typeface="Arial"/>
                <a:cs typeface="Arial"/>
              </a:defRPr>
            </a:defPPr>
            <a:lvl1pPr>
              <a:defRPr sz="1200" b="0">
                <a:solidFill>
                  <a:srgbClr val="4A5B6B"/>
                </a:solidFill>
                <a:latin typeface="Arial"/>
                <a:ea typeface="Arial"/>
                <a:cs typeface="Arial"/>
              </a:defRPr>
            </a:lvl1pPr>
            <a:lvl2pPr>
              <a:defRPr sz="1200" b="0">
                <a:solidFill>
                  <a:srgbClr val="4A5B6B"/>
                </a:solidFill>
                <a:latin typeface="Arial"/>
                <a:ea typeface="Arial"/>
                <a:cs typeface="Arial"/>
              </a:defRPr>
            </a:lvl2pPr>
            <a:lvl3pPr>
              <a:defRPr sz="1200" b="0">
                <a:solidFill>
                  <a:srgbClr val="4A5B6B"/>
                </a:solidFill>
                <a:latin typeface="Arial"/>
                <a:ea typeface="Arial"/>
                <a:cs typeface="Arial"/>
              </a:defRPr>
            </a:lvl3pPr>
            <a:lvl4pPr>
              <a:defRPr sz="1200" b="0">
                <a:solidFill>
                  <a:srgbClr val="4A5B6B"/>
                </a:solidFill>
                <a:latin typeface="Arial"/>
                <a:ea typeface="Arial"/>
                <a:cs typeface="Arial"/>
              </a:defRPr>
            </a:lvl4pPr>
            <a:lvl5pPr>
              <a:defRPr sz="1200" b="0">
                <a:solidFill>
                  <a:srgbClr val="4A5B6B"/>
                </a:solidFill>
                <a:latin typeface="Arial"/>
                <a:ea typeface="Arial"/>
                <a:cs typeface="Arial"/>
              </a:defRPr>
            </a:lvl5pPr>
            <a:lvl6pPr>
              <a:defRPr sz="1200" b="0">
                <a:solidFill>
                  <a:srgbClr val="4A5B6B"/>
                </a:solidFill>
                <a:latin typeface="Arial"/>
                <a:ea typeface="Arial"/>
                <a:cs typeface="Arial"/>
              </a:defRPr>
            </a:lvl6pPr>
            <a:lvl7pPr>
              <a:defRPr sz="1200" b="0">
                <a:solidFill>
                  <a:srgbClr val="4A5B6B"/>
                </a:solidFill>
                <a:latin typeface="Arial"/>
                <a:ea typeface="Arial"/>
                <a:cs typeface="Arial"/>
              </a:defRPr>
            </a:lvl7pPr>
            <a:lvl8pPr>
              <a:defRPr sz="1200" b="0">
                <a:solidFill>
                  <a:srgbClr val="4A5B6B"/>
                </a:solidFill>
                <a:latin typeface="Arial"/>
                <a:ea typeface="Arial"/>
                <a:cs typeface="Arial"/>
              </a:defRPr>
            </a:lvl8pPr>
            <a:lvl9pPr>
              <a:defRPr sz="1200" b="0">
                <a:solidFill>
                  <a:srgbClr val="4A5B6B"/>
                </a:solidFill>
                <a:latin typeface="Arial"/>
                <a:ea typeface="Arial"/>
                <a:cs typeface="Arial"/>
              </a:defRPr>
            </a:lvl9pPr>
          </a:lstStyle>
          <a:p xmlns:a="http://schemas.openxmlformats.org/drawingml/2006/main">
            <a:pPr>
              <a:defRPr sz="1200" b="0">
                <a:solidFill>
                  <a:srgbClr val="4A5B6B"/>
                </a:solidFill>
                <a:latin typeface="Arial"/>
                <a:ea typeface="Arial"/>
                <a:cs typeface="Arial"/>
              </a:defRPr>
            </a:pPr>
            <a:r>
              <a:rPr sz="1200" b="0">
                <a:solidFill>
                  <a:srgbClr val="4A5B6B"/>
                </a:solidFill>
                <a:latin typeface="Arial"/>
                <a:ea typeface="Arial"/>
                <a:cs typeface="Arial"/>
              </a:rPr>
              <a:t>01 / 14</a:t>
            </a:r>
          </a:p>
        </p:txBody>
      </p:sp>
      <p:pic>
        <p:nvPicPr>
          <p:cNvPr id="6" name="">
            <a:extLst xmlns:a="http://schemas.openxmlformats.org/drawingml/2006/main">
              <a:ext uri="{FF2B5EF4-FFF2-40B4-BE49-F238E27FC236}">
                <a16:creationId xmlns:a16="http://schemas.microsoft.com/office/drawing/2014/main" id="{BA8CF683-4D8A-46D2-8544-5F51F124C41F}"/>
              </a:ext>
            </a:extLst>
          </p:cNvPr>
          <p:cNvPicPr>
            <a:picLocks xmlns:a="http://schemas.openxmlformats.org/drawingml/2006/main" noChangeAspect="1"/>
          </p:cNvPicPr>
          <p:nvPr/>
        </p:nvPicPr>
        <p:blipFill>
          <a:blip xmlns:r="http://schemas.openxmlformats.org/officeDocument/2006/relationships" xmlns:a="http://schemas.openxmlformats.org/drawingml/2006/main" r:embed="R211cc0cf7e2f4dce"/>
          <a:srcRect xmlns:a="http://schemas.openxmlformats.org/drawingml/2006/main" l="25271" t="0" r="25271" b="0"/>
          <a:stretch xmlns:a="http://schemas.openxmlformats.org/drawingml/2006/main">
            <a:fillRect l="0" t="0" r="0" b="0"/>
          </a:stretch>
        </p:blipFill>
        <p:spPr>
          <a:xfrm xmlns:a="http://schemas.openxmlformats.org/drawingml/2006/main">
            <a:off x="6667500" y="0"/>
            <a:ext cx="5524500" cy="6286500"/>
          </a:xfrm>
          <a:prstGeom xmlns:a="http://schemas.openxmlformats.org/drawingml/2006/main" prst="rect">
            <a:avLst/>
          </a:prstGeom>
        </p:spPr>
      </p:pic>
    </p:spTree>
    <p:extLst>
      <p:ext uri="{BB962C8B-B14F-4D97-AF65-F5344CB8AC3E}">
        <p14:creationId xmlns:p14="http://schemas.microsoft.com/office/powerpoint/2010/main" val="948261460"/>
      </p:ext>
    </p:extLst>
  </p:cSld>
</p:sld>
</file>

<file path=ppt/slides/slide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0D2BE99-28AB-4D3C-ABE5-7FA2C37466A7}"/>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168A84"/>
                </a:solidFill>
                <a:latin typeface="Arial"/>
                <a:ea typeface="Arial"/>
                <a:cs typeface="Arial"/>
              </a:defRPr>
            </a:defPPr>
            <a:lvl1pPr>
              <a:defRPr sz="1350" b="1">
                <a:solidFill>
                  <a:srgbClr val="168A84"/>
                </a:solidFill>
                <a:latin typeface="Arial"/>
                <a:ea typeface="Arial"/>
                <a:cs typeface="Arial"/>
              </a:defRPr>
            </a:lvl1pPr>
            <a:lvl2pPr>
              <a:defRPr sz="1350" b="1">
                <a:solidFill>
                  <a:srgbClr val="168A84"/>
                </a:solidFill>
                <a:latin typeface="Arial"/>
                <a:ea typeface="Arial"/>
                <a:cs typeface="Arial"/>
              </a:defRPr>
            </a:lvl2pPr>
            <a:lvl3pPr>
              <a:defRPr sz="1350" b="1">
                <a:solidFill>
                  <a:srgbClr val="168A84"/>
                </a:solidFill>
                <a:latin typeface="Arial"/>
                <a:ea typeface="Arial"/>
                <a:cs typeface="Arial"/>
              </a:defRPr>
            </a:lvl3pPr>
            <a:lvl4pPr>
              <a:defRPr sz="1350" b="1">
                <a:solidFill>
                  <a:srgbClr val="168A84"/>
                </a:solidFill>
                <a:latin typeface="Arial"/>
                <a:ea typeface="Arial"/>
                <a:cs typeface="Arial"/>
              </a:defRPr>
            </a:lvl4pPr>
            <a:lvl5pPr>
              <a:defRPr sz="1350" b="1">
                <a:solidFill>
                  <a:srgbClr val="168A84"/>
                </a:solidFill>
                <a:latin typeface="Arial"/>
                <a:ea typeface="Arial"/>
                <a:cs typeface="Arial"/>
              </a:defRPr>
            </a:lvl5pPr>
            <a:lvl6pPr>
              <a:defRPr sz="1350" b="1">
                <a:solidFill>
                  <a:srgbClr val="168A84"/>
                </a:solidFill>
                <a:latin typeface="Arial"/>
                <a:ea typeface="Arial"/>
                <a:cs typeface="Arial"/>
              </a:defRPr>
            </a:lvl6pPr>
            <a:lvl7pPr>
              <a:defRPr sz="1350" b="1">
                <a:solidFill>
                  <a:srgbClr val="168A84"/>
                </a:solidFill>
                <a:latin typeface="Arial"/>
                <a:ea typeface="Arial"/>
                <a:cs typeface="Arial"/>
              </a:defRPr>
            </a:lvl7pPr>
            <a:lvl8pPr>
              <a:defRPr sz="1350" b="1">
                <a:solidFill>
                  <a:srgbClr val="168A84"/>
                </a:solidFill>
                <a:latin typeface="Arial"/>
                <a:ea typeface="Arial"/>
                <a:cs typeface="Arial"/>
              </a:defRPr>
            </a:lvl8pPr>
            <a:lvl9pPr>
              <a:defRPr sz="1350" b="1">
                <a:solidFill>
                  <a:srgbClr val="168A84"/>
                </a:solidFill>
                <a:latin typeface="Arial"/>
                <a:ea typeface="Arial"/>
                <a:cs typeface="Arial"/>
              </a:defRPr>
            </a:lvl9pPr>
          </a:lstStyle>
          <a:p xmlns:a="http://schemas.openxmlformats.org/drawingml/2006/main">
            <a:pPr>
              <a:defRPr sz="1350" b="1">
                <a:solidFill>
                  <a:srgbClr val="168A84"/>
                </a:solidFill>
                <a:latin typeface="Arial"/>
                <a:ea typeface="Arial"/>
                <a:cs typeface="Arial"/>
              </a:defRPr>
            </a:pPr>
            <a:r>
              <a:rPr sz="1350" b="1">
                <a:solidFill>
                  <a:srgbClr val="168A84"/>
                </a:solidFill>
                <a:latin typeface="Arial"/>
                <a:ea typeface="Arial"/>
                <a:cs typeface="Arial"/>
              </a:rPr>
              <a:t>S00  /  ORIENTATION</a:t>
            </a:r>
          </a:p>
        </p:txBody>
      </p:sp>
      <p:sp>
        <p:nvSpPr>
          <p:cNvPr id="3" name="">
            <a:extLst xmlns:a="http://schemas.openxmlformats.org/drawingml/2006/main">
              <a:ext uri="{FF2B5EF4-FFF2-40B4-BE49-F238E27FC236}">
                <a16:creationId xmlns:a16="http://schemas.microsoft.com/office/drawing/2014/main" id="{47628B20-3330-47B1-B936-0F630CF6C186}"/>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4233B"/>
                </a:solidFill>
                <a:latin typeface="Arial"/>
                <a:ea typeface="Arial"/>
                <a:cs typeface="Arial"/>
              </a:defRPr>
            </a:defPPr>
            <a:lvl1pPr>
              <a:defRPr sz="3300" b="1">
                <a:solidFill>
                  <a:srgbClr val="14233B"/>
                </a:solidFill>
                <a:latin typeface="Arial"/>
                <a:ea typeface="Arial"/>
                <a:cs typeface="Arial"/>
              </a:defRPr>
            </a:lvl1pPr>
            <a:lvl2pPr>
              <a:defRPr sz="3300" b="1">
                <a:solidFill>
                  <a:srgbClr val="14233B"/>
                </a:solidFill>
                <a:latin typeface="Arial"/>
                <a:ea typeface="Arial"/>
                <a:cs typeface="Arial"/>
              </a:defRPr>
            </a:lvl2pPr>
            <a:lvl3pPr>
              <a:defRPr sz="3300" b="1">
                <a:solidFill>
                  <a:srgbClr val="14233B"/>
                </a:solidFill>
                <a:latin typeface="Arial"/>
                <a:ea typeface="Arial"/>
                <a:cs typeface="Arial"/>
              </a:defRPr>
            </a:lvl3pPr>
            <a:lvl4pPr>
              <a:defRPr sz="3300" b="1">
                <a:solidFill>
                  <a:srgbClr val="14233B"/>
                </a:solidFill>
                <a:latin typeface="Arial"/>
                <a:ea typeface="Arial"/>
                <a:cs typeface="Arial"/>
              </a:defRPr>
            </a:lvl4pPr>
            <a:lvl5pPr>
              <a:defRPr sz="3300" b="1">
                <a:solidFill>
                  <a:srgbClr val="14233B"/>
                </a:solidFill>
                <a:latin typeface="Arial"/>
                <a:ea typeface="Arial"/>
                <a:cs typeface="Arial"/>
              </a:defRPr>
            </a:lvl5pPr>
            <a:lvl6pPr>
              <a:defRPr sz="3300" b="1">
                <a:solidFill>
                  <a:srgbClr val="14233B"/>
                </a:solidFill>
                <a:latin typeface="Arial"/>
                <a:ea typeface="Arial"/>
                <a:cs typeface="Arial"/>
              </a:defRPr>
            </a:lvl6pPr>
            <a:lvl7pPr>
              <a:defRPr sz="3300" b="1">
                <a:solidFill>
                  <a:srgbClr val="14233B"/>
                </a:solidFill>
                <a:latin typeface="Arial"/>
                <a:ea typeface="Arial"/>
                <a:cs typeface="Arial"/>
              </a:defRPr>
            </a:lvl7pPr>
            <a:lvl8pPr>
              <a:defRPr sz="3300" b="1">
                <a:solidFill>
                  <a:srgbClr val="14233B"/>
                </a:solidFill>
                <a:latin typeface="Arial"/>
                <a:ea typeface="Arial"/>
                <a:cs typeface="Arial"/>
              </a:defRPr>
            </a:lvl8pPr>
            <a:lvl9pPr>
              <a:defRPr sz="3300" b="1">
                <a:solidFill>
                  <a:srgbClr val="14233B"/>
                </a:solidFill>
                <a:latin typeface="Arial"/>
                <a:ea typeface="Arial"/>
                <a:cs typeface="Arial"/>
              </a:defRPr>
            </a:lvl9pPr>
          </a:lstStyle>
          <a:p xmlns:a="http://schemas.openxmlformats.org/drawingml/2006/main">
            <a:pPr>
              <a:defRPr sz="3300" b="1">
                <a:solidFill>
                  <a:srgbClr val="14233B"/>
                </a:solidFill>
                <a:latin typeface="Arial"/>
                <a:ea typeface="Arial"/>
                <a:cs typeface="Arial"/>
              </a:defRPr>
            </a:pPr>
            <a:r>
              <a:rPr sz="3300" b="1">
                <a:solidFill>
                  <a:srgbClr val="14233B"/>
                </a:solidFill>
                <a:latin typeface="Arial"/>
                <a:ea typeface="Arial"/>
                <a:cs typeface="Arial"/>
              </a:rPr>
              <a:t>Course map and S00 outcomes</a:t>
            </a:r>
          </a:p>
        </p:txBody>
      </p:sp>
      <p:sp>
        <p:nvSpPr>
          <p:cNvPr id="4" name="">
            <a:extLst xmlns:a="http://schemas.openxmlformats.org/drawingml/2006/main">
              <a:ext uri="{FF2B5EF4-FFF2-40B4-BE49-F238E27FC236}">
                <a16:creationId xmlns:a16="http://schemas.microsoft.com/office/drawing/2014/main" id="{F6C2BC02-961B-4FD6-BF9A-D6D546A9054E}"/>
              </a:ext>
            </a:extLst>
          </p:cNvPr>
          <p:cNvSpPr>
            <a:spLocks xmlns:a="http://schemas.openxmlformats.org/drawingml/2006/main" noGrp="1"/>
          </p:cNvSpPr>
          <p:nvPr/>
        </p:nvSpPr>
        <p:spPr>
          <a:xfrm xmlns:a="http://schemas.openxmlformats.org/drawingml/2006/main">
            <a:off x="609600" y="166687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Foundations</a:t>
            </a:r>
          </a:p>
        </p:txBody>
      </p:sp>
      <p:sp>
        <p:nvSpPr>
          <p:cNvPr id="5" name="">
            <a:extLst xmlns:a="http://schemas.openxmlformats.org/drawingml/2006/main">
              <a:ext uri="{FF2B5EF4-FFF2-40B4-BE49-F238E27FC236}">
                <a16:creationId xmlns:a16="http://schemas.microsoft.com/office/drawing/2014/main" id="{24CB9A79-ED19-420E-AABF-B8BC5EDE0D68}"/>
              </a:ext>
            </a:extLst>
          </p:cNvPr>
          <p:cNvSpPr>
            <a:spLocks xmlns:a="http://schemas.openxmlformats.org/drawingml/2006/main" noGrp="1"/>
          </p:cNvSpPr>
          <p:nvPr/>
        </p:nvSpPr>
        <p:spPr>
          <a:xfrm xmlns:a="http://schemas.openxmlformats.org/drawingml/2006/main">
            <a:off x="4953000" y="166687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Complex numbers, vectors, qubit states and gates</a:t>
            </a:r>
          </a:p>
        </p:txBody>
      </p:sp>
      <p:sp>
        <p:nvSpPr>
          <p:cNvPr id="6" name="">
            <a:extLst xmlns:a="http://schemas.openxmlformats.org/drawingml/2006/main">
              <a:ext uri="{FF2B5EF4-FFF2-40B4-BE49-F238E27FC236}">
                <a16:creationId xmlns:a16="http://schemas.microsoft.com/office/drawing/2014/main" id="{E50C2161-FDE5-4B0E-80BB-8C58CE7463C6}"/>
              </a:ext>
            </a:extLst>
          </p:cNvPr>
          <p:cNvSpPr>
            <a:spLocks xmlns:a="http://schemas.openxmlformats.org/drawingml/2006/main" noGrp="1"/>
          </p:cNvSpPr>
          <p:nvPr/>
        </p:nvSpPr>
        <p:spPr>
          <a:xfrm xmlns:a="http://schemas.openxmlformats.org/drawingml/2006/main">
            <a:off x="609600" y="260032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Dynamics</a:t>
            </a:r>
          </a:p>
        </p:txBody>
      </p:sp>
      <p:sp>
        <p:nvSpPr>
          <p:cNvPr id="7" name="">
            <a:extLst xmlns:a="http://schemas.openxmlformats.org/drawingml/2006/main">
              <a:ext uri="{FF2B5EF4-FFF2-40B4-BE49-F238E27FC236}">
                <a16:creationId xmlns:a16="http://schemas.microsoft.com/office/drawing/2014/main" id="{4070BC30-54AE-4F38-BC67-FD3B8EEDF139}"/>
              </a:ext>
            </a:extLst>
          </p:cNvPr>
          <p:cNvSpPr>
            <a:spLocks xmlns:a="http://schemas.openxmlformats.org/drawingml/2006/main" noGrp="1"/>
          </p:cNvSpPr>
          <p:nvPr/>
        </p:nvSpPr>
        <p:spPr>
          <a:xfrm xmlns:a="http://schemas.openxmlformats.org/drawingml/2006/main">
            <a:off x="4953000" y="260032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Hamiltonians, time evolution, noise and validation</a:t>
            </a:r>
          </a:p>
        </p:txBody>
      </p:sp>
      <p:sp>
        <p:nvSpPr>
          <p:cNvPr id="8" name="">
            <a:extLst xmlns:a="http://schemas.openxmlformats.org/drawingml/2006/main">
              <a:ext uri="{FF2B5EF4-FFF2-40B4-BE49-F238E27FC236}">
                <a16:creationId xmlns:a16="http://schemas.microsoft.com/office/drawing/2014/main" id="{021F41B9-C1E5-4F0E-BDE5-75F2D9E4ECE1}"/>
              </a:ext>
            </a:extLst>
          </p:cNvPr>
          <p:cNvSpPr>
            <a:spLocks xmlns:a="http://schemas.openxmlformats.org/drawingml/2006/main" noGrp="1"/>
          </p:cNvSpPr>
          <p:nvPr/>
        </p:nvSpPr>
        <p:spPr>
          <a:xfrm xmlns:a="http://schemas.openxmlformats.org/drawingml/2006/main">
            <a:off x="609600" y="353377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Research bridge</a:t>
            </a:r>
          </a:p>
        </p:txBody>
      </p:sp>
      <p:sp>
        <p:nvSpPr>
          <p:cNvPr id="9" name="">
            <a:extLst xmlns:a="http://schemas.openxmlformats.org/drawingml/2006/main">
              <a:ext uri="{FF2B5EF4-FFF2-40B4-BE49-F238E27FC236}">
                <a16:creationId xmlns:a16="http://schemas.microsoft.com/office/drawing/2014/main" id="{E8377E23-F41F-4E07-ABE4-A68D5AFF9E09}"/>
              </a:ext>
            </a:extLst>
          </p:cNvPr>
          <p:cNvSpPr>
            <a:spLocks xmlns:a="http://schemas.openxmlformats.org/drawingml/2006/main" noGrp="1"/>
          </p:cNvSpPr>
          <p:nvPr/>
        </p:nvSpPr>
        <p:spPr>
          <a:xfrm xmlns:a="http://schemas.openxmlformats.org/drawingml/2006/main">
            <a:off x="4953000" y="353377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Pulse control and a small QAOA assignment example</a:t>
            </a:r>
          </a:p>
        </p:txBody>
      </p:sp>
      <p:sp>
        <p:nvSpPr>
          <p:cNvPr id="10" name="">
            <a:extLst xmlns:a="http://schemas.openxmlformats.org/drawingml/2006/main">
              <a:ext uri="{FF2B5EF4-FFF2-40B4-BE49-F238E27FC236}">
                <a16:creationId xmlns:a16="http://schemas.microsoft.com/office/drawing/2014/main" id="{BEB11167-B8E6-418F-A9D4-8DA8A7785FA6}"/>
              </a:ext>
            </a:extLst>
          </p:cNvPr>
          <p:cNvSpPr>
            <a:spLocks xmlns:a="http://schemas.openxmlformats.org/drawingml/2006/main" noGrp="1"/>
          </p:cNvSpPr>
          <p:nvPr/>
        </p:nvSpPr>
        <p:spPr>
          <a:xfrm xmlns:a="http://schemas.openxmlformats.org/drawingml/2006/main">
            <a:off x="609600" y="446722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Today</a:t>
            </a:r>
          </a:p>
        </p:txBody>
      </p:sp>
      <p:sp>
        <p:nvSpPr>
          <p:cNvPr id="11" name="">
            <a:extLst xmlns:a="http://schemas.openxmlformats.org/drawingml/2006/main">
              <a:ext uri="{FF2B5EF4-FFF2-40B4-BE49-F238E27FC236}">
                <a16:creationId xmlns:a16="http://schemas.microsoft.com/office/drawing/2014/main" id="{BF673D35-E55B-410A-8B56-2961D2C0CE9C}"/>
              </a:ext>
            </a:extLst>
          </p:cNvPr>
          <p:cNvSpPr>
            <a:spLocks xmlns:a="http://schemas.openxmlformats.org/drawingml/2006/main" noGrp="1"/>
          </p:cNvSpPr>
          <p:nvPr/>
        </p:nvSpPr>
        <p:spPr>
          <a:xfrm xmlns:a="http://schemas.openxmlformats.org/drawingml/2006/main">
            <a:off x="4953000" y="446722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Create an environment, run basics, explain its outputs</a:t>
            </a:r>
          </a:p>
        </p:txBody>
      </p:sp>
      <p:sp>
        <p:nvSpPr>
          <p:cNvPr id="12" name="">
            <a:extLst xmlns:a="http://schemas.openxmlformats.org/drawingml/2006/main">
              <a:ext uri="{FF2B5EF4-FFF2-40B4-BE49-F238E27FC236}">
                <a16:creationId xmlns:a16="http://schemas.microsoft.com/office/drawing/2014/main" id="{33807DDB-838F-4009-B0BF-FC78AA835CFF}"/>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4A5B6B"/>
                </a:solidFill>
                <a:latin typeface="Arial"/>
                <a:ea typeface="Arial"/>
                <a:cs typeface="Arial"/>
              </a:defRPr>
            </a:defPPr>
            <a:lvl1pPr>
              <a:defRPr sz="1200" b="0">
                <a:solidFill>
                  <a:srgbClr val="4A5B6B"/>
                </a:solidFill>
                <a:latin typeface="Arial"/>
                <a:ea typeface="Arial"/>
                <a:cs typeface="Arial"/>
              </a:defRPr>
            </a:lvl1pPr>
            <a:lvl2pPr>
              <a:defRPr sz="1200" b="0">
                <a:solidFill>
                  <a:srgbClr val="4A5B6B"/>
                </a:solidFill>
                <a:latin typeface="Arial"/>
                <a:ea typeface="Arial"/>
                <a:cs typeface="Arial"/>
              </a:defRPr>
            </a:lvl2pPr>
            <a:lvl3pPr>
              <a:defRPr sz="1200" b="0">
                <a:solidFill>
                  <a:srgbClr val="4A5B6B"/>
                </a:solidFill>
                <a:latin typeface="Arial"/>
                <a:ea typeface="Arial"/>
                <a:cs typeface="Arial"/>
              </a:defRPr>
            </a:lvl3pPr>
            <a:lvl4pPr>
              <a:defRPr sz="1200" b="0">
                <a:solidFill>
                  <a:srgbClr val="4A5B6B"/>
                </a:solidFill>
                <a:latin typeface="Arial"/>
                <a:ea typeface="Arial"/>
                <a:cs typeface="Arial"/>
              </a:defRPr>
            </a:lvl4pPr>
            <a:lvl5pPr>
              <a:defRPr sz="1200" b="0">
                <a:solidFill>
                  <a:srgbClr val="4A5B6B"/>
                </a:solidFill>
                <a:latin typeface="Arial"/>
                <a:ea typeface="Arial"/>
                <a:cs typeface="Arial"/>
              </a:defRPr>
            </a:lvl5pPr>
            <a:lvl6pPr>
              <a:defRPr sz="1200" b="0">
                <a:solidFill>
                  <a:srgbClr val="4A5B6B"/>
                </a:solidFill>
                <a:latin typeface="Arial"/>
                <a:ea typeface="Arial"/>
                <a:cs typeface="Arial"/>
              </a:defRPr>
            </a:lvl6pPr>
            <a:lvl7pPr>
              <a:defRPr sz="1200" b="0">
                <a:solidFill>
                  <a:srgbClr val="4A5B6B"/>
                </a:solidFill>
                <a:latin typeface="Arial"/>
                <a:ea typeface="Arial"/>
                <a:cs typeface="Arial"/>
              </a:defRPr>
            </a:lvl7pPr>
            <a:lvl8pPr>
              <a:defRPr sz="1200" b="0">
                <a:solidFill>
                  <a:srgbClr val="4A5B6B"/>
                </a:solidFill>
                <a:latin typeface="Arial"/>
                <a:ea typeface="Arial"/>
                <a:cs typeface="Arial"/>
              </a:defRPr>
            </a:lvl8pPr>
            <a:lvl9pPr>
              <a:defRPr sz="1200" b="0">
                <a:solidFill>
                  <a:srgbClr val="4A5B6B"/>
                </a:solidFill>
                <a:latin typeface="Arial"/>
                <a:ea typeface="Arial"/>
                <a:cs typeface="Arial"/>
              </a:defRPr>
            </a:lvl9pPr>
          </a:lstStyle>
          <a:p xmlns:a="http://schemas.openxmlformats.org/drawingml/2006/main">
            <a:pPr>
              <a:defRPr sz="1200" b="0">
                <a:solidFill>
                  <a:srgbClr val="4A5B6B"/>
                </a:solidFill>
                <a:latin typeface="Arial"/>
                <a:ea typeface="Arial"/>
                <a:cs typeface="Arial"/>
              </a:defRPr>
            </a:pPr>
            <a:r>
              <a:rPr sz="1200" b="0">
                <a:solidFill>
                  <a:srgbClr val="4A5B6B"/>
                </a:solidFill>
                <a:latin typeface="Arial"/>
                <a:ea typeface="Arial"/>
                <a:cs typeface="Arial"/>
              </a:rPr>
              <a:t>02 / 14</a:t>
            </a:r>
          </a:p>
        </p:txBody>
      </p:sp>
    </p:spTree>
    <p:extLst>
      <p:ext uri="{BB962C8B-B14F-4D97-AF65-F5344CB8AC3E}">
        <p14:creationId xmlns:p14="http://schemas.microsoft.com/office/powerpoint/2010/main" val="2106746633"/>
      </p:ext>
    </p:extLst>
  </p:cSld>
</p:sld>
</file>

<file path=ppt/slides/slide3.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A60874F-5FB1-44BD-AD92-3706A82B4189}"/>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168A84"/>
                </a:solidFill>
                <a:latin typeface="Arial"/>
                <a:ea typeface="Arial"/>
                <a:cs typeface="Arial"/>
              </a:defRPr>
            </a:defPPr>
            <a:lvl1pPr>
              <a:defRPr sz="1350" b="1">
                <a:solidFill>
                  <a:srgbClr val="168A84"/>
                </a:solidFill>
                <a:latin typeface="Arial"/>
                <a:ea typeface="Arial"/>
                <a:cs typeface="Arial"/>
              </a:defRPr>
            </a:lvl1pPr>
            <a:lvl2pPr>
              <a:defRPr sz="1350" b="1">
                <a:solidFill>
                  <a:srgbClr val="168A84"/>
                </a:solidFill>
                <a:latin typeface="Arial"/>
                <a:ea typeface="Arial"/>
                <a:cs typeface="Arial"/>
              </a:defRPr>
            </a:lvl2pPr>
            <a:lvl3pPr>
              <a:defRPr sz="1350" b="1">
                <a:solidFill>
                  <a:srgbClr val="168A84"/>
                </a:solidFill>
                <a:latin typeface="Arial"/>
                <a:ea typeface="Arial"/>
                <a:cs typeface="Arial"/>
              </a:defRPr>
            </a:lvl3pPr>
            <a:lvl4pPr>
              <a:defRPr sz="1350" b="1">
                <a:solidFill>
                  <a:srgbClr val="168A84"/>
                </a:solidFill>
                <a:latin typeface="Arial"/>
                <a:ea typeface="Arial"/>
                <a:cs typeface="Arial"/>
              </a:defRPr>
            </a:lvl4pPr>
            <a:lvl5pPr>
              <a:defRPr sz="1350" b="1">
                <a:solidFill>
                  <a:srgbClr val="168A84"/>
                </a:solidFill>
                <a:latin typeface="Arial"/>
                <a:ea typeface="Arial"/>
                <a:cs typeface="Arial"/>
              </a:defRPr>
            </a:lvl5pPr>
            <a:lvl6pPr>
              <a:defRPr sz="1350" b="1">
                <a:solidFill>
                  <a:srgbClr val="168A84"/>
                </a:solidFill>
                <a:latin typeface="Arial"/>
                <a:ea typeface="Arial"/>
                <a:cs typeface="Arial"/>
              </a:defRPr>
            </a:lvl6pPr>
            <a:lvl7pPr>
              <a:defRPr sz="1350" b="1">
                <a:solidFill>
                  <a:srgbClr val="168A84"/>
                </a:solidFill>
                <a:latin typeface="Arial"/>
                <a:ea typeface="Arial"/>
                <a:cs typeface="Arial"/>
              </a:defRPr>
            </a:lvl7pPr>
            <a:lvl8pPr>
              <a:defRPr sz="1350" b="1">
                <a:solidFill>
                  <a:srgbClr val="168A84"/>
                </a:solidFill>
                <a:latin typeface="Arial"/>
                <a:ea typeface="Arial"/>
                <a:cs typeface="Arial"/>
              </a:defRPr>
            </a:lvl8pPr>
            <a:lvl9pPr>
              <a:defRPr sz="1350" b="1">
                <a:solidFill>
                  <a:srgbClr val="168A84"/>
                </a:solidFill>
                <a:latin typeface="Arial"/>
                <a:ea typeface="Arial"/>
                <a:cs typeface="Arial"/>
              </a:defRPr>
            </a:lvl9pPr>
          </a:lstStyle>
          <a:p xmlns:a="http://schemas.openxmlformats.org/drawingml/2006/main">
            <a:pPr>
              <a:defRPr sz="1350" b="1">
                <a:solidFill>
                  <a:srgbClr val="168A84"/>
                </a:solidFill>
                <a:latin typeface="Arial"/>
                <a:ea typeface="Arial"/>
                <a:cs typeface="Arial"/>
              </a:defRPr>
            </a:pPr>
            <a:r>
              <a:rPr sz="1350" b="1">
                <a:solidFill>
                  <a:srgbClr val="168A84"/>
                </a:solidFill>
                <a:latin typeface="Arial"/>
                <a:ea typeface="Arial"/>
                <a:cs typeface="Arial"/>
              </a:rPr>
              <a:t>S00  /  ORIENTATION</a:t>
            </a:r>
          </a:p>
        </p:txBody>
      </p:sp>
      <p:sp>
        <p:nvSpPr>
          <p:cNvPr id="3" name="">
            <a:extLst xmlns:a="http://schemas.openxmlformats.org/drawingml/2006/main">
              <a:ext uri="{FF2B5EF4-FFF2-40B4-BE49-F238E27FC236}">
                <a16:creationId xmlns:a16="http://schemas.microsoft.com/office/drawing/2014/main" id="{B796F0E5-A551-4F6C-9F09-4B7F007D7F3C}"/>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4233B"/>
                </a:solidFill>
                <a:latin typeface="Arial"/>
                <a:ea typeface="Arial"/>
                <a:cs typeface="Arial"/>
              </a:defRPr>
            </a:defPPr>
            <a:lvl1pPr>
              <a:defRPr sz="3300" b="1">
                <a:solidFill>
                  <a:srgbClr val="14233B"/>
                </a:solidFill>
                <a:latin typeface="Arial"/>
                <a:ea typeface="Arial"/>
                <a:cs typeface="Arial"/>
              </a:defRPr>
            </a:lvl1pPr>
            <a:lvl2pPr>
              <a:defRPr sz="3300" b="1">
                <a:solidFill>
                  <a:srgbClr val="14233B"/>
                </a:solidFill>
                <a:latin typeface="Arial"/>
                <a:ea typeface="Arial"/>
                <a:cs typeface="Arial"/>
              </a:defRPr>
            </a:lvl2pPr>
            <a:lvl3pPr>
              <a:defRPr sz="3300" b="1">
                <a:solidFill>
                  <a:srgbClr val="14233B"/>
                </a:solidFill>
                <a:latin typeface="Arial"/>
                <a:ea typeface="Arial"/>
                <a:cs typeface="Arial"/>
              </a:defRPr>
            </a:lvl3pPr>
            <a:lvl4pPr>
              <a:defRPr sz="3300" b="1">
                <a:solidFill>
                  <a:srgbClr val="14233B"/>
                </a:solidFill>
                <a:latin typeface="Arial"/>
                <a:ea typeface="Arial"/>
                <a:cs typeface="Arial"/>
              </a:defRPr>
            </a:lvl4pPr>
            <a:lvl5pPr>
              <a:defRPr sz="3300" b="1">
                <a:solidFill>
                  <a:srgbClr val="14233B"/>
                </a:solidFill>
                <a:latin typeface="Arial"/>
                <a:ea typeface="Arial"/>
                <a:cs typeface="Arial"/>
              </a:defRPr>
            </a:lvl5pPr>
            <a:lvl6pPr>
              <a:defRPr sz="3300" b="1">
                <a:solidFill>
                  <a:srgbClr val="14233B"/>
                </a:solidFill>
                <a:latin typeface="Arial"/>
                <a:ea typeface="Arial"/>
                <a:cs typeface="Arial"/>
              </a:defRPr>
            </a:lvl6pPr>
            <a:lvl7pPr>
              <a:defRPr sz="3300" b="1">
                <a:solidFill>
                  <a:srgbClr val="14233B"/>
                </a:solidFill>
                <a:latin typeface="Arial"/>
                <a:ea typeface="Arial"/>
                <a:cs typeface="Arial"/>
              </a:defRPr>
            </a:lvl7pPr>
            <a:lvl8pPr>
              <a:defRPr sz="3300" b="1">
                <a:solidFill>
                  <a:srgbClr val="14233B"/>
                </a:solidFill>
                <a:latin typeface="Arial"/>
                <a:ea typeface="Arial"/>
                <a:cs typeface="Arial"/>
              </a:defRPr>
            </a:lvl8pPr>
            <a:lvl9pPr>
              <a:defRPr sz="3300" b="1">
                <a:solidFill>
                  <a:srgbClr val="14233B"/>
                </a:solidFill>
                <a:latin typeface="Arial"/>
                <a:ea typeface="Arial"/>
                <a:cs typeface="Arial"/>
              </a:defRPr>
            </a:lvl9pPr>
          </a:lstStyle>
          <a:p xmlns:a="http://schemas.openxmlformats.org/drawingml/2006/main">
            <a:pPr>
              <a:defRPr sz="3300" b="1">
                <a:solidFill>
                  <a:srgbClr val="14233B"/>
                </a:solidFill>
                <a:latin typeface="Arial"/>
                <a:ea typeface="Arial"/>
                <a:cs typeface="Arial"/>
              </a:defRPr>
            </a:pPr>
            <a:r>
              <a:rPr sz="3300" b="1">
                <a:solidFill>
                  <a:srgbClr val="14233B"/>
                </a:solidFill>
                <a:latin typeface="Arial"/>
                <a:ea typeface="Arial"/>
                <a:cs typeface="Arial"/>
              </a:rPr>
              <a:t>The local toolchain</a:t>
            </a:r>
          </a:p>
        </p:txBody>
      </p:sp>
      <p:sp>
        <p:nvSpPr>
          <p:cNvPr id="4" name="">
            <a:extLst xmlns:a="http://schemas.openxmlformats.org/drawingml/2006/main">
              <a:ext uri="{FF2B5EF4-FFF2-40B4-BE49-F238E27FC236}">
                <a16:creationId xmlns:a16="http://schemas.microsoft.com/office/drawing/2014/main" id="{89981DF2-F7A1-437D-BBD7-A282179D9CD3}"/>
              </a:ext>
            </a:extLst>
          </p:cNvPr>
          <p:cNvSpPr>
            <a:spLocks xmlns:a="http://schemas.openxmlformats.org/drawingml/2006/main" noGrp="1"/>
          </p:cNvSpPr>
          <p:nvPr/>
        </p:nvSpPr>
        <p:spPr>
          <a:xfrm xmlns:a="http://schemas.openxmlformats.org/drawingml/2006/main">
            <a:off x="609600" y="166687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Git + repository</a:t>
            </a:r>
          </a:p>
        </p:txBody>
      </p:sp>
      <p:sp>
        <p:nvSpPr>
          <p:cNvPr id="5" name="">
            <a:extLst xmlns:a="http://schemas.openxmlformats.org/drawingml/2006/main">
              <a:ext uri="{FF2B5EF4-FFF2-40B4-BE49-F238E27FC236}">
                <a16:creationId xmlns:a16="http://schemas.microsoft.com/office/drawing/2014/main" id="{A61A6F0D-EF03-4E65-8196-DB51DCF873D9}"/>
              </a:ext>
            </a:extLst>
          </p:cNvPr>
          <p:cNvSpPr>
            <a:spLocks xmlns:a="http://schemas.openxmlformats.org/drawingml/2006/main" noGrp="1"/>
          </p:cNvSpPr>
          <p:nvPr/>
        </p:nvSpPr>
        <p:spPr>
          <a:xfrm xmlns:a="http://schemas.openxmlformats.org/drawingml/2006/main">
            <a:off x="4953000" y="166687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Download and track the course source</a:t>
            </a:r>
          </a:p>
        </p:txBody>
      </p:sp>
      <p:sp>
        <p:nvSpPr>
          <p:cNvPr id="6" name="">
            <a:extLst xmlns:a="http://schemas.openxmlformats.org/drawingml/2006/main">
              <a:ext uri="{FF2B5EF4-FFF2-40B4-BE49-F238E27FC236}">
                <a16:creationId xmlns:a16="http://schemas.microsoft.com/office/drawing/2014/main" id="{062F28B7-B852-42B3-80CC-EEA4DFE09722}"/>
              </a:ext>
            </a:extLst>
          </p:cNvPr>
          <p:cNvSpPr>
            <a:spLocks xmlns:a="http://schemas.openxmlformats.org/drawingml/2006/main" noGrp="1"/>
          </p:cNvSpPr>
          <p:nvPr/>
        </p:nvSpPr>
        <p:spPr>
          <a:xfrm xmlns:a="http://schemas.openxmlformats.org/drawingml/2006/main">
            <a:off x="609600" y="260032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Python + .venv</a:t>
            </a:r>
          </a:p>
        </p:txBody>
      </p:sp>
      <p:sp>
        <p:nvSpPr>
          <p:cNvPr id="7" name="">
            <a:extLst xmlns:a="http://schemas.openxmlformats.org/drawingml/2006/main">
              <a:ext uri="{FF2B5EF4-FFF2-40B4-BE49-F238E27FC236}">
                <a16:creationId xmlns:a16="http://schemas.microsoft.com/office/drawing/2014/main" id="{50BA891A-13B2-491E-9658-DE0E2F4B95B3}"/>
              </a:ext>
            </a:extLst>
          </p:cNvPr>
          <p:cNvSpPr>
            <a:spLocks xmlns:a="http://schemas.openxmlformats.org/drawingml/2006/main" noGrp="1"/>
          </p:cNvSpPr>
          <p:nvPr/>
        </p:nvSpPr>
        <p:spPr>
          <a:xfrm xmlns:a="http://schemas.openxmlformats.org/drawingml/2006/main">
            <a:off x="4953000" y="260032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Run code in an isolated project environment</a:t>
            </a:r>
          </a:p>
        </p:txBody>
      </p:sp>
      <p:sp>
        <p:nvSpPr>
          <p:cNvPr id="8" name="">
            <a:extLst xmlns:a="http://schemas.openxmlformats.org/drawingml/2006/main">
              <a:ext uri="{FF2B5EF4-FFF2-40B4-BE49-F238E27FC236}">
                <a16:creationId xmlns:a16="http://schemas.microsoft.com/office/drawing/2014/main" id="{6D6CCFF8-4DDE-48C6-9CE4-098B292E744E}"/>
              </a:ext>
            </a:extLst>
          </p:cNvPr>
          <p:cNvSpPr>
            <a:spLocks xmlns:a="http://schemas.openxmlformats.org/drawingml/2006/main" noGrp="1"/>
          </p:cNvSpPr>
          <p:nvPr/>
        </p:nvSpPr>
        <p:spPr>
          <a:xfrm xmlns:a="http://schemas.openxmlformats.org/drawingml/2006/main">
            <a:off x="609600" y="353377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QuTiP 5.3.1</a:t>
            </a:r>
          </a:p>
        </p:txBody>
      </p:sp>
      <p:sp>
        <p:nvSpPr>
          <p:cNvPr id="9" name="">
            <a:extLst xmlns:a="http://schemas.openxmlformats.org/drawingml/2006/main">
              <a:ext uri="{FF2B5EF4-FFF2-40B4-BE49-F238E27FC236}">
                <a16:creationId xmlns:a16="http://schemas.microsoft.com/office/drawing/2014/main" id="{810C01A2-7D25-4A4B-9527-B8249E811198}"/>
              </a:ext>
            </a:extLst>
          </p:cNvPr>
          <p:cNvSpPr>
            <a:spLocks xmlns:a="http://schemas.openxmlformats.org/drawingml/2006/main" noGrp="1"/>
          </p:cNvSpPr>
          <p:nvPr/>
        </p:nvSpPr>
        <p:spPr>
          <a:xfrm xmlns:a="http://schemas.openxmlformats.org/drawingml/2006/main">
            <a:off x="4953000" y="353377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Represent quantum states and solve dynamics</a:t>
            </a:r>
          </a:p>
        </p:txBody>
      </p:sp>
      <p:sp>
        <p:nvSpPr>
          <p:cNvPr id="10" name="">
            <a:extLst xmlns:a="http://schemas.openxmlformats.org/drawingml/2006/main">
              <a:ext uri="{FF2B5EF4-FFF2-40B4-BE49-F238E27FC236}">
                <a16:creationId xmlns:a16="http://schemas.microsoft.com/office/drawing/2014/main" id="{40484499-7B51-4794-819C-31EB3F8A8EA5}"/>
              </a:ext>
            </a:extLst>
          </p:cNvPr>
          <p:cNvSpPr>
            <a:spLocks xmlns:a="http://schemas.openxmlformats.org/drawingml/2006/main" noGrp="1"/>
          </p:cNvSpPr>
          <p:nvPr/>
        </p:nvSpPr>
        <p:spPr>
          <a:xfrm xmlns:a="http://schemas.openxmlformats.org/drawingml/2006/main">
            <a:off x="609600" y="446722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Terminal + editor</a:t>
            </a:r>
          </a:p>
        </p:txBody>
      </p:sp>
      <p:sp>
        <p:nvSpPr>
          <p:cNvPr id="11" name="">
            <a:extLst xmlns:a="http://schemas.openxmlformats.org/drawingml/2006/main">
              <a:ext uri="{FF2B5EF4-FFF2-40B4-BE49-F238E27FC236}">
                <a16:creationId xmlns:a16="http://schemas.microsoft.com/office/drawing/2014/main" id="{D5CDDC8E-11AC-400A-B1E1-639998931B44}"/>
              </a:ext>
            </a:extLst>
          </p:cNvPr>
          <p:cNvSpPr>
            <a:spLocks xmlns:a="http://schemas.openxmlformats.org/drawingml/2006/main" noGrp="1"/>
          </p:cNvSpPr>
          <p:nvPr/>
        </p:nvSpPr>
        <p:spPr>
          <a:xfrm xmlns:a="http://schemas.openxmlformats.org/drawingml/2006/main">
            <a:off x="4953000" y="446722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Run commands and edit exercise files</a:t>
            </a:r>
          </a:p>
        </p:txBody>
      </p:sp>
      <p:sp>
        <p:nvSpPr>
          <p:cNvPr id="12" name="">
            <a:extLst xmlns:a="http://schemas.openxmlformats.org/drawingml/2006/main">
              <a:ext uri="{FF2B5EF4-FFF2-40B4-BE49-F238E27FC236}">
                <a16:creationId xmlns:a16="http://schemas.microsoft.com/office/drawing/2014/main" id="{B645F589-2FBB-410D-BBCA-2AADA06EA6B1}"/>
              </a:ext>
            </a:extLst>
          </p:cNvPr>
          <p:cNvSpPr>
            <a:spLocks xmlns:a="http://schemas.openxmlformats.org/drawingml/2006/main" noGrp="1"/>
          </p:cNvSpPr>
          <p:nvPr/>
        </p:nvSpPr>
        <p:spPr>
          <a:xfrm xmlns:a="http://schemas.openxmlformats.org/drawingml/2006/main">
            <a:off x="609600" y="5762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4A5B6B"/>
                </a:solidFill>
                <a:latin typeface="Arial"/>
                <a:ea typeface="Arial"/>
                <a:cs typeface="Arial"/>
              </a:defRPr>
            </a:defPPr>
            <a:lvl1pPr>
              <a:defRPr sz="1725" b="0">
                <a:solidFill>
                  <a:srgbClr val="4A5B6B"/>
                </a:solidFill>
                <a:latin typeface="Arial"/>
                <a:ea typeface="Arial"/>
                <a:cs typeface="Arial"/>
              </a:defRPr>
            </a:lvl1pPr>
            <a:lvl2pPr>
              <a:defRPr sz="1725" b="0">
                <a:solidFill>
                  <a:srgbClr val="4A5B6B"/>
                </a:solidFill>
                <a:latin typeface="Arial"/>
                <a:ea typeface="Arial"/>
                <a:cs typeface="Arial"/>
              </a:defRPr>
            </a:lvl2pPr>
            <a:lvl3pPr>
              <a:defRPr sz="1725" b="0">
                <a:solidFill>
                  <a:srgbClr val="4A5B6B"/>
                </a:solidFill>
                <a:latin typeface="Arial"/>
                <a:ea typeface="Arial"/>
                <a:cs typeface="Arial"/>
              </a:defRPr>
            </a:lvl3pPr>
            <a:lvl4pPr>
              <a:defRPr sz="1725" b="0">
                <a:solidFill>
                  <a:srgbClr val="4A5B6B"/>
                </a:solidFill>
                <a:latin typeface="Arial"/>
                <a:ea typeface="Arial"/>
                <a:cs typeface="Arial"/>
              </a:defRPr>
            </a:lvl4pPr>
            <a:lvl5pPr>
              <a:defRPr sz="1725" b="0">
                <a:solidFill>
                  <a:srgbClr val="4A5B6B"/>
                </a:solidFill>
                <a:latin typeface="Arial"/>
                <a:ea typeface="Arial"/>
                <a:cs typeface="Arial"/>
              </a:defRPr>
            </a:lvl5pPr>
            <a:lvl6pPr>
              <a:defRPr sz="1725" b="0">
                <a:solidFill>
                  <a:srgbClr val="4A5B6B"/>
                </a:solidFill>
                <a:latin typeface="Arial"/>
                <a:ea typeface="Arial"/>
                <a:cs typeface="Arial"/>
              </a:defRPr>
            </a:lvl6pPr>
            <a:lvl7pPr>
              <a:defRPr sz="1725" b="0">
                <a:solidFill>
                  <a:srgbClr val="4A5B6B"/>
                </a:solidFill>
                <a:latin typeface="Arial"/>
                <a:ea typeface="Arial"/>
                <a:cs typeface="Arial"/>
              </a:defRPr>
            </a:lvl7pPr>
            <a:lvl8pPr>
              <a:defRPr sz="1725" b="0">
                <a:solidFill>
                  <a:srgbClr val="4A5B6B"/>
                </a:solidFill>
                <a:latin typeface="Arial"/>
                <a:ea typeface="Arial"/>
                <a:cs typeface="Arial"/>
              </a:defRPr>
            </a:lvl8pPr>
            <a:lvl9pPr>
              <a:defRPr sz="1725" b="0">
                <a:solidFill>
                  <a:srgbClr val="4A5B6B"/>
                </a:solidFill>
                <a:latin typeface="Arial"/>
                <a:ea typeface="Arial"/>
                <a:cs typeface="Arial"/>
              </a:defRPr>
            </a:lvl9pPr>
          </a:lstStyle>
          <a:p xmlns:a="http://schemas.openxmlformats.org/drawingml/2006/main">
            <a:pPr>
              <a:defRPr sz="1725" b="0">
                <a:solidFill>
                  <a:srgbClr val="4A5B6B"/>
                </a:solidFill>
                <a:latin typeface="Arial"/>
                <a:ea typeface="Arial"/>
                <a:cs typeface="Arial"/>
              </a:defRPr>
            </a:pPr>
            <a:r>
              <a:rPr sz="1725" b="0">
                <a:solidFill>
                  <a:srgbClr val="4A5B6B"/>
                </a:solidFill>
                <a:latin typeface="Arial"/>
                <a:ea typeface="Arial"/>
                <a:cs typeface="Arial"/>
              </a:rPr>
              <a:t>Install Git and Python first. The package requires Python 3.11 or newer.</a:t>
            </a:r>
          </a:p>
        </p:txBody>
      </p:sp>
      <p:sp>
        <p:nvSpPr>
          <p:cNvPr id="13" name="">
            <a:extLst xmlns:a="http://schemas.openxmlformats.org/drawingml/2006/main">
              <a:ext uri="{FF2B5EF4-FFF2-40B4-BE49-F238E27FC236}">
                <a16:creationId xmlns:a16="http://schemas.microsoft.com/office/drawing/2014/main" id="{C9D39DB2-485C-4BC8-BB3B-C62CF578A67F}"/>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4A5B6B"/>
                </a:solidFill>
                <a:latin typeface="Arial"/>
                <a:ea typeface="Arial"/>
                <a:cs typeface="Arial"/>
              </a:defRPr>
            </a:defPPr>
            <a:lvl1pPr>
              <a:defRPr sz="1200" b="0">
                <a:solidFill>
                  <a:srgbClr val="4A5B6B"/>
                </a:solidFill>
                <a:latin typeface="Arial"/>
                <a:ea typeface="Arial"/>
                <a:cs typeface="Arial"/>
              </a:defRPr>
            </a:lvl1pPr>
            <a:lvl2pPr>
              <a:defRPr sz="1200" b="0">
                <a:solidFill>
                  <a:srgbClr val="4A5B6B"/>
                </a:solidFill>
                <a:latin typeface="Arial"/>
                <a:ea typeface="Arial"/>
                <a:cs typeface="Arial"/>
              </a:defRPr>
            </a:lvl2pPr>
            <a:lvl3pPr>
              <a:defRPr sz="1200" b="0">
                <a:solidFill>
                  <a:srgbClr val="4A5B6B"/>
                </a:solidFill>
                <a:latin typeface="Arial"/>
                <a:ea typeface="Arial"/>
                <a:cs typeface="Arial"/>
              </a:defRPr>
            </a:lvl3pPr>
            <a:lvl4pPr>
              <a:defRPr sz="1200" b="0">
                <a:solidFill>
                  <a:srgbClr val="4A5B6B"/>
                </a:solidFill>
                <a:latin typeface="Arial"/>
                <a:ea typeface="Arial"/>
                <a:cs typeface="Arial"/>
              </a:defRPr>
            </a:lvl4pPr>
            <a:lvl5pPr>
              <a:defRPr sz="1200" b="0">
                <a:solidFill>
                  <a:srgbClr val="4A5B6B"/>
                </a:solidFill>
                <a:latin typeface="Arial"/>
                <a:ea typeface="Arial"/>
                <a:cs typeface="Arial"/>
              </a:defRPr>
            </a:lvl5pPr>
            <a:lvl6pPr>
              <a:defRPr sz="1200" b="0">
                <a:solidFill>
                  <a:srgbClr val="4A5B6B"/>
                </a:solidFill>
                <a:latin typeface="Arial"/>
                <a:ea typeface="Arial"/>
                <a:cs typeface="Arial"/>
              </a:defRPr>
            </a:lvl6pPr>
            <a:lvl7pPr>
              <a:defRPr sz="1200" b="0">
                <a:solidFill>
                  <a:srgbClr val="4A5B6B"/>
                </a:solidFill>
                <a:latin typeface="Arial"/>
                <a:ea typeface="Arial"/>
                <a:cs typeface="Arial"/>
              </a:defRPr>
            </a:lvl7pPr>
            <a:lvl8pPr>
              <a:defRPr sz="1200" b="0">
                <a:solidFill>
                  <a:srgbClr val="4A5B6B"/>
                </a:solidFill>
                <a:latin typeface="Arial"/>
                <a:ea typeface="Arial"/>
                <a:cs typeface="Arial"/>
              </a:defRPr>
            </a:lvl8pPr>
            <a:lvl9pPr>
              <a:defRPr sz="1200" b="0">
                <a:solidFill>
                  <a:srgbClr val="4A5B6B"/>
                </a:solidFill>
                <a:latin typeface="Arial"/>
                <a:ea typeface="Arial"/>
                <a:cs typeface="Arial"/>
              </a:defRPr>
            </a:lvl9pPr>
          </a:lstStyle>
          <a:p xmlns:a="http://schemas.openxmlformats.org/drawingml/2006/main">
            <a:pPr>
              <a:defRPr sz="1200" b="0">
                <a:solidFill>
                  <a:srgbClr val="4A5B6B"/>
                </a:solidFill>
                <a:latin typeface="Arial"/>
                <a:ea typeface="Arial"/>
                <a:cs typeface="Arial"/>
              </a:defRPr>
            </a:pPr>
            <a:r>
              <a:rPr sz="1200" b="0">
                <a:solidFill>
                  <a:srgbClr val="4A5B6B"/>
                </a:solidFill>
                <a:latin typeface="Arial"/>
                <a:ea typeface="Arial"/>
                <a:cs typeface="Arial"/>
              </a:rPr>
              <a:t>03 / 14</a:t>
            </a:r>
          </a:p>
        </p:txBody>
      </p:sp>
    </p:spTree>
    <p:extLst>
      <p:ext uri="{BB962C8B-B14F-4D97-AF65-F5344CB8AC3E}">
        <p14:creationId xmlns:p14="http://schemas.microsoft.com/office/powerpoint/2010/main" val="718405343"/>
      </p:ext>
    </p:extLst>
  </p:cSld>
</p:sld>
</file>

<file path=ppt/slides/slide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15B5BA8-D45A-470D-B13D-1F30F518C8FF}"/>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168A84"/>
                </a:solidFill>
                <a:latin typeface="Arial"/>
                <a:ea typeface="Arial"/>
                <a:cs typeface="Arial"/>
              </a:defRPr>
            </a:defPPr>
            <a:lvl1pPr>
              <a:defRPr sz="1350" b="1">
                <a:solidFill>
                  <a:srgbClr val="168A84"/>
                </a:solidFill>
                <a:latin typeface="Arial"/>
                <a:ea typeface="Arial"/>
                <a:cs typeface="Arial"/>
              </a:defRPr>
            </a:lvl1pPr>
            <a:lvl2pPr>
              <a:defRPr sz="1350" b="1">
                <a:solidFill>
                  <a:srgbClr val="168A84"/>
                </a:solidFill>
                <a:latin typeface="Arial"/>
                <a:ea typeface="Arial"/>
                <a:cs typeface="Arial"/>
              </a:defRPr>
            </a:lvl2pPr>
            <a:lvl3pPr>
              <a:defRPr sz="1350" b="1">
                <a:solidFill>
                  <a:srgbClr val="168A84"/>
                </a:solidFill>
                <a:latin typeface="Arial"/>
                <a:ea typeface="Arial"/>
                <a:cs typeface="Arial"/>
              </a:defRPr>
            </a:lvl3pPr>
            <a:lvl4pPr>
              <a:defRPr sz="1350" b="1">
                <a:solidFill>
                  <a:srgbClr val="168A84"/>
                </a:solidFill>
                <a:latin typeface="Arial"/>
                <a:ea typeface="Arial"/>
                <a:cs typeface="Arial"/>
              </a:defRPr>
            </a:lvl4pPr>
            <a:lvl5pPr>
              <a:defRPr sz="1350" b="1">
                <a:solidFill>
                  <a:srgbClr val="168A84"/>
                </a:solidFill>
                <a:latin typeface="Arial"/>
                <a:ea typeface="Arial"/>
                <a:cs typeface="Arial"/>
              </a:defRPr>
            </a:lvl5pPr>
            <a:lvl6pPr>
              <a:defRPr sz="1350" b="1">
                <a:solidFill>
                  <a:srgbClr val="168A84"/>
                </a:solidFill>
                <a:latin typeface="Arial"/>
                <a:ea typeface="Arial"/>
                <a:cs typeface="Arial"/>
              </a:defRPr>
            </a:lvl6pPr>
            <a:lvl7pPr>
              <a:defRPr sz="1350" b="1">
                <a:solidFill>
                  <a:srgbClr val="168A84"/>
                </a:solidFill>
                <a:latin typeface="Arial"/>
                <a:ea typeface="Arial"/>
                <a:cs typeface="Arial"/>
              </a:defRPr>
            </a:lvl7pPr>
            <a:lvl8pPr>
              <a:defRPr sz="1350" b="1">
                <a:solidFill>
                  <a:srgbClr val="168A84"/>
                </a:solidFill>
                <a:latin typeface="Arial"/>
                <a:ea typeface="Arial"/>
                <a:cs typeface="Arial"/>
              </a:defRPr>
            </a:lvl8pPr>
            <a:lvl9pPr>
              <a:defRPr sz="1350" b="1">
                <a:solidFill>
                  <a:srgbClr val="168A84"/>
                </a:solidFill>
                <a:latin typeface="Arial"/>
                <a:ea typeface="Arial"/>
                <a:cs typeface="Arial"/>
              </a:defRPr>
            </a:lvl9pPr>
          </a:lstStyle>
          <a:p xmlns:a="http://schemas.openxmlformats.org/drawingml/2006/main">
            <a:pPr>
              <a:defRPr sz="1350" b="1">
                <a:solidFill>
                  <a:srgbClr val="168A84"/>
                </a:solidFill>
                <a:latin typeface="Arial"/>
                <a:ea typeface="Arial"/>
                <a:cs typeface="Arial"/>
              </a:defRPr>
            </a:pPr>
            <a:r>
              <a:rPr sz="1350" b="1">
                <a:solidFill>
                  <a:srgbClr val="168A84"/>
                </a:solidFill>
                <a:latin typeface="Arial"/>
                <a:ea typeface="Arial"/>
                <a:cs typeface="Arial"/>
              </a:rPr>
              <a:t>S00  /  ORIENTATION</a:t>
            </a:r>
          </a:p>
        </p:txBody>
      </p:sp>
      <p:sp>
        <p:nvSpPr>
          <p:cNvPr id="3" name="">
            <a:extLst xmlns:a="http://schemas.openxmlformats.org/drawingml/2006/main">
              <a:ext uri="{FF2B5EF4-FFF2-40B4-BE49-F238E27FC236}">
                <a16:creationId xmlns:a16="http://schemas.microsoft.com/office/drawing/2014/main" id="{1DF9DAF4-C225-43E4-B949-C2C369CDC904}"/>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4233B"/>
                </a:solidFill>
                <a:latin typeface="Arial"/>
                <a:ea typeface="Arial"/>
                <a:cs typeface="Arial"/>
              </a:defRPr>
            </a:defPPr>
            <a:lvl1pPr>
              <a:defRPr sz="3300" b="1">
                <a:solidFill>
                  <a:srgbClr val="14233B"/>
                </a:solidFill>
                <a:latin typeface="Arial"/>
                <a:ea typeface="Arial"/>
                <a:cs typeface="Arial"/>
              </a:defRPr>
            </a:lvl1pPr>
            <a:lvl2pPr>
              <a:defRPr sz="3300" b="1">
                <a:solidFill>
                  <a:srgbClr val="14233B"/>
                </a:solidFill>
                <a:latin typeface="Arial"/>
                <a:ea typeface="Arial"/>
                <a:cs typeface="Arial"/>
              </a:defRPr>
            </a:lvl2pPr>
            <a:lvl3pPr>
              <a:defRPr sz="3300" b="1">
                <a:solidFill>
                  <a:srgbClr val="14233B"/>
                </a:solidFill>
                <a:latin typeface="Arial"/>
                <a:ea typeface="Arial"/>
                <a:cs typeface="Arial"/>
              </a:defRPr>
            </a:lvl3pPr>
            <a:lvl4pPr>
              <a:defRPr sz="3300" b="1">
                <a:solidFill>
                  <a:srgbClr val="14233B"/>
                </a:solidFill>
                <a:latin typeface="Arial"/>
                <a:ea typeface="Arial"/>
                <a:cs typeface="Arial"/>
              </a:defRPr>
            </a:lvl4pPr>
            <a:lvl5pPr>
              <a:defRPr sz="3300" b="1">
                <a:solidFill>
                  <a:srgbClr val="14233B"/>
                </a:solidFill>
                <a:latin typeface="Arial"/>
                <a:ea typeface="Arial"/>
                <a:cs typeface="Arial"/>
              </a:defRPr>
            </a:lvl5pPr>
            <a:lvl6pPr>
              <a:defRPr sz="3300" b="1">
                <a:solidFill>
                  <a:srgbClr val="14233B"/>
                </a:solidFill>
                <a:latin typeface="Arial"/>
                <a:ea typeface="Arial"/>
                <a:cs typeface="Arial"/>
              </a:defRPr>
            </a:lvl6pPr>
            <a:lvl7pPr>
              <a:defRPr sz="3300" b="1">
                <a:solidFill>
                  <a:srgbClr val="14233B"/>
                </a:solidFill>
                <a:latin typeface="Arial"/>
                <a:ea typeface="Arial"/>
                <a:cs typeface="Arial"/>
              </a:defRPr>
            </a:lvl7pPr>
            <a:lvl8pPr>
              <a:defRPr sz="3300" b="1">
                <a:solidFill>
                  <a:srgbClr val="14233B"/>
                </a:solidFill>
                <a:latin typeface="Arial"/>
                <a:ea typeface="Arial"/>
                <a:cs typeface="Arial"/>
              </a:defRPr>
            </a:lvl8pPr>
            <a:lvl9pPr>
              <a:defRPr sz="3300" b="1">
                <a:solidFill>
                  <a:srgbClr val="14233B"/>
                </a:solidFill>
                <a:latin typeface="Arial"/>
                <a:ea typeface="Arial"/>
                <a:cs typeface="Arial"/>
              </a:defRPr>
            </a:lvl9pPr>
          </a:lstStyle>
          <a:p xmlns:a="http://schemas.openxmlformats.org/drawingml/2006/main">
            <a:pPr>
              <a:defRPr sz="3300" b="1">
                <a:solidFill>
                  <a:srgbClr val="14233B"/>
                </a:solidFill>
                <a:latin typeface="Arial"/>
                <a:ea typeface="Arial"/>
                <a:cs typeface="Arial"/>
              </a:defRPr>
            </a:pPr>
            <a:r>
              <a:rPr sz="3300" b="1">
                <a:solidFill>
                  <a:srgbClr val="14233B"/>
                </a:solidFill>
                <a:latin typeface="Arial"/>
                <a:ea typeface="Arial"/>
                <a:cs typeface="Arial"/>
              </a:rPr>
              <a:t>Windows setup · PowerShell</a:t>
            </a:r>
          </a:p>
        </p:txBody>
      </p:sp>
      <p:sp>
        <p:nvSpPr>
          <p:cNvPr id="4" name="">
            <a:extLst xmlns:a="http://schemas.openxmlformats.org/drawingml/2006/main">
              <a:ext uri="{FF2B5EF4-FFF2-40B4-BE49-F238E27FC236}">
                <a16:creationId xmlns:a16="http://schemas.microsoft.com/office/drawing/2014/main" id="{0925BCB8-633E-4BD7-A9BE-AD1D9EF312C6}"/>
              </a:ext>
            </a:extLst>
          </p:cNvPr>
          <p:cNvSpPr>
            <a:spLocks xmlns:a="http://schemas.openxmlformats.org/drawingml/2006/main" noGrp="1"/>
          </p:cNvSpPr>
          <p:nvPr/>
        </p:nvSpPr>
        <p:spPr>
          <a:xfrm xmlns:a="http://schemas.openxmlformats.org/drawingml/2006/main">
            <a:off x="609600" y="1619250"/>
            <a:ext cx="10972800" cy="3143250"/>
          </a:xfrm>
          <a:prstGeom xmlns:a="http://schemas.openxmlformats.org/drawingml/2006/main" prst="rect">
            <a:avLst/>
          </a:prstGeom>
          <a:solidFill xmlns:a="http://schemas.openxmlformats.org/drawingml/2006/main">
            <a:srgbClr val="14233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CF88A4D-84F3-48A7-A1FF-4125B9907E0F}"/>
              </a:ext>
            </a:extLst>
          </p:cNvPr>
          <p:cNvSpPr>
            <a:spLocks xmlns:a="http://schemas.openxmlformats.org/drawingml/2006/main" noGrp="1"/>
          </p:cNvSpPr>
          <p:nvPr/>
        </p:nvSpPr>
        <p:spPr>
          <a:xfrm xmlns:a="http://schemas.openxmlformats.org/drawingml/2006/main">
            <a:off x="800100" y="1790700"/>
            <a:ext cx="105918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F5F3EE"/>
                </a:solidFill>
                <a:latin typeface="Consolas"/>
                <a:ea typeface="Consolas"/>
                <a:cs typeface="Consolas"/>
              </a:defRPr>
            </a:defPPr>
            <a:lvl1pPr>
              <a:defRPr sz="1725" b="0">
                <a:solidFill>
                  <a:srgbClr val="F5F3EE"/>
                </a:solidFill>
                <a:latin typeface="Consolas"/>
                <a:ea typeface="Consolas"/>
                <a:cs typeface="Consolas"/>
              </a:defRPr>
            </a:lvl1pPr>
            <a:lvl2pPr>
              <a:defRPr sz="1725" b="0">
                <a:solidFill>
                  <a:srgbClr val="F5F3EE"/>
                </a:solidFill>
                <a:latin typeface="Consolas"/>
                <a:ea typeface="Consolas"/>
                <a:cs typeface="Consolas"/>
              </a:defRPr>
            </a:lvl2pPr>
            <a:lvl3pPr>
              <a:defRPr sz="1725" b="0">
                <a:solidFill>
                  <a:srgbClr val="F5F3EE"/>
                </a:solidFill>
                <a:latin typeface="Consolas"/>
                <a:ea typeface="Consolas"/>
                <a:cs typeface="Consolas"/>
              </a:defRPr>
            </a:lvl3pPr>
            <a:lvl4pPr>
              <a:defRPr sz="1725" b="0">
                <a:solidFill>
                  <a:srgbClr val="F5F3EE"/>
                </a:solidFill>
                <a:latin typeface="Consolas"/>
                <a:ea typeface="Consolas"/>
                <a:cs typeface="Consolas"/>
              </a:defRPr>
            </a:lvl4pPr>
            <a:lvl5pPr>
              <a:defRPr sz="1725" b="0">
                <a:solidFill>
                  <a:srgbClr val="F5F3EE"/>
                </a:solidFill>
                <a:latin typeface="Consolas"/>
                <a:ea typeface="Consolas"/>
                <a:cs typeface="Consolas"/>
              </a:defRPr>
            </a:lvl5pPr>
            <a:lvl6pPr>
              <a:defRPr sz="1725" b="0">
                <a:solidFill>
                  <a:srgbClr val="F5F3EE"/>
                </a:solidFill>
                <a:latin typeface="Consolas"/>
                <a:ea typeface="Consolas"/>
                <a:cs typeface="Consolas"/>
              </a:defRPr>
            </a:lvl6pPr>
            <a:lvl7pPr>
              <a:defRPr sz="1725" b="0">
                <a:solidFill>
                  <a:srgbClr val="F5F3EE"/>
                </a:solidFill>
                <a:latin typeface="Consolas"/>
                <a:ea typeface="Consolas"/>
                <a:cs typeface="Consolas"/>
              </a:defRPr>
            </a:lvl7pPr>
            <a:lvl8pPr>
              <a:defRPr sz="1725" b="0">
                <a:solidFill>
                  <a:srgbClr val="F5F3EE"/>
                </a:solidFill>
                <a:latin typeface="Consolas"/>
                <a:ea typeface="Consolas"/>
                <a:cs typeface="Consolas"/>
              </a:defRPr>
            </a:lvl8pPr>
            <a:lvl9pPr>
              <a:defRPr sz="1725" b="0">
                <a:solidFill>
                  <a:srgbClr val="F5F3EE"/>
                </a:solidFill>
                <a:latin typeface="Consolas"/>
                <a:ea typeface="Consolas"/>
                <a:cs typeface="Consolas"/>
              </a:defRPr>
            </a:lvl9pPr>
          </a:lstStyle>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git clone https://github.com/croznnt/qubit-zero-to-hero-english.git</a:t>
            </a:r>
          </a:p>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cd qubit-zero-to-hero-english</a:t>
            </a:r>
          </a:p>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py -3.13 -m venv .venv</a:t>
            </a:r>
          </a:p>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.\.venv\Scripts\python.exe -m pip install --upgrade pip</a:t>
            </a:r>
          </a:p>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.\.venv\Scripts\python.exe -m pip install -e ".[dev]"</a:t>
            </a:r>
          </a:p>
        </p:txBody>
      </p:sp>
      <p:sp>
        <p:nvSpPr>
          <p:cNvPr id="6" name="">
            <a:extLst xmlns:a="http://schemas.openxmlformats.org/drawingml/2006/main">
              <a:ext uri="{FF2B5EF4-FFF2-40B4-BE49-F238E27FC236}">
                <a16:creationId xmlns:a16="http://schemas.microsoft.com/office/drawing/2014/main" id="{4506CCA3-8401-4ED7-A78F-77719ED142FC}"/>
              </a:ext>
            </a:extLst>
          </p:cNvPr>
          <p:cNvSpPr>
            <a:spLocks xmlns:a="http://schemas.openxmlformats.org/drawingml/2006/main" noGrp="1"/>
          </p:cNvSpPr>
          <p:nvPr/>
        </p:nvSpPr>
        <p:spPr>
          <a:xfrm xmlns:a="http://schemas.openxmlformats.org/drawingml/2006/main">
            <a:off x="609600" y="5762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4A5B6B"/>
                </a:solidFill>
                <a:latin typeface="Arial"/>
                <a:ea typeface="Arial"/>
                <a:cs typeface="Arial"/>
              </a:defRPr>
            </a:defPPr>
            <a:lvl1pPr>
              <a:defRPr sz="1725" b="0">
                <a:solidFill>
                  <a:srgbClr val="4A5B6B"/>
                </a:solidFill>
                <a:latin typeface="Arial"/>
                <a:ea typeface="Arial"/>
                <a:cs typeface="Arial"/>
              </a:defRPr>
            </a:lvl1pPr>
            <a:lvl2pPr>
              <a:defRPr sz="1725" b="0">
                <a:solidFill>
                  <a:srgbClr val="4A5B6B"/>
                </a:solidFill>
                <a:latin typeface="Arial"/>
                <a:ea typeface="Arial"/>
                <a:cs typeface="Arial"/>
              </a:defRPr>
            </a:lvl2pPr>
            <a:lvl3pPr>
              <a:defRPr sz="1725" b="0">
                <a:solidFill>
                  <a:srgbClr val="4A5B6B"/>
                </a:solidFill>
                <a:latin typeface="Arial"/>
                <a:ea typeface="Arial"/>
                <a:cs typeface="Arial"/>
              </a:defRPr>
            </a:lvl3pPr>
            <a:lvl4pPr>
              <a:defRPr sz="1725" b="0">
                <a:solidFill>
                  <a:srgbClr val="4A5B6B"/>
                </a:solidFill>
                <a:latin typeface="Arial"/>
                <a:ea typeface="Arial"/>
                <a:cs typeface="Arial"/>
              </a:defRPr>
            </a:lvl4pPr>
            <a:lvl5pPr>
              <a:defRPr sz="1725" b="0">
                <a:solidFill>
                  <a:srgbClr val="4A5B6B"/>
                </a:solidFill>
                <a:latin typeface="Arial"/>
                <a:ea typeface="Arial"/>
                <a:cs typeface="Arial"/>
              </a:defRPr>
            </a:lvl5pPr>
            <a:lvl6pPr>
              <a:defRPr sz="1725" b="0">
                <a:solidFill>
                  <a:srgbClr val="4A5B6B"/>
                </a:solidFill>
                <a:latin typeface="Arial"/>
                <a:ea typeface="Arial"/>
                <a:cs typeface="Arial"/>
              </a:defRPr>
            </a:lvl6pPr>
            <a:lvl7pPr>
              <a:defRPr sz="1725" b="0">
                <a:solidFill>
                  <a:srgbClr val="4A5B6B"/>
                </a:solidFill>
                <a:latin typeface="Arial"/>
                <a:ea typeface="Arial"/>
                <a:cs typeface="Arial"/>
              </a:defRPr>
            </a:lvl7pPr>
            <a:lvl8pPr>
              <a:defRPr sz="1725" b="0">
                <a:solidFill>
                  <a:srgbClr val="4A5B6B"/>
                </a:solidFill>
                <a:latin typeface="Arial"/>
                <a:ea typeface="Arial"/>
                <a:cs typeface="Arial"/>
              </a:defRPr>
            </a:lvl8pPr>
            <a:lvl9pPr>
              <a:defRPr sz="1725" b="0">
                <a:solidFill>
                  <a:srgbClr val="4A5B6B"/>
                </a:solidFill>
                <a:latin typeface="Arial"/>
                <a:ea typeface="Arial"/>
                <a:cs typeface="Arial"/>
              </a:defRPr>
            </a:lvl9pPr>
          </a:lstStyle>
          <a:p xmlns:a="http://schemas.openxmlformats.org/drawingml/2006/main">
            <a:pPr>
              <a:defRPr sz="1725" b="0">
                <a:solidFill>
                  <a:srgbClr val="4A5B6B"/>
                </a:solidFill>
                <a:latin typeface="Arial"/>
                <a:ea typeface="Arial"/>
                <a:cs typeface="Arial"/>
              </a:defRPr>
            </a:pPr>
            <a:r>
              <a:rPr sz="1725" b="0">
                <a:solidFill>
                  <a:srgbClr val="4A5B6B"/>
                </a:solidFill>
                <a:latin typeface="Arial"/>
                <a:ea typeface="Arial"/>
                <a:cs typeface="Arial"/>
              </a:rPr>
              <a:t>Run from the repository root, where pyproject.toml is located.</a:t>
            </a:r>
          </a:p>
        </p:txBody>
      </p:sp>
      <p:sp>
        <p:nvSpPr>
          <p:cNvPr id="7" name="">
            <a:extLst xmlns:a="http://schemas.openxmlformats.org/drawingml/2006/main">
              <a:ext uri="{FF2B5EF4-FFF2-40B4-BE49-F238E27FC236}">
                <a16:creationId xmlns:a16="http://schemas.microsoft.com/office/drawing/2014/main" id="{29EFA265-5314-4B01-8ABB-1C2BB6D3D2AF}"/>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4A5B6B"/>
                </a:solidFill>
                <a:latin typeface="Arial"/>
                <a:ea typeface="Arial"/>
                <a:cs typeface="Arial"/>
              </a:defRPr>
            </a:defPPr>
            <a:lvl1pPr>
              <a:defRPr sz="1200" b="0">
                <a:solidFill>
                  <a:srgbClr val="4A5B6B"/>
                </a:solidFill>
                <a:latin typeface="Arial"/>
                <a:ea typeface="Arial"/>
                <a:cs typeface="Arial"/>
              </a:defRPr>
            </a:lvl1pPr>
            <a:lvl2pPr>
              <a:defRPr sz="1200" b="0">
                <a:solidFill>
                  <a:srgbClr val="4A5B6B"/>
                </a:solidFill>
                <a:latin typeface="Arial"/>
                <a:ea typeface="Arial"/>
                <a:cs typeface="Arial"/>
              </a:defRPr>
            </a:lvl2pPr>
            <a:lvl3pPr>
              <a:defRPr sz="1200" b="0">
                <a:solidFill>
                  <a:srgbClr val="4A5B6B"/>
                </a:solidFill>
                <a:latin typeface="Arial"/>
                <a:ea typeface="Arial"/>
                <a:cs typeface="Arial"/>
              </a:defRPr>
            </a:lvl3pPr>
            <a:lvl4pPr>
              <a:defRPr sz="1200" b="0">
                <a:solidFill>
                  <a:srgbClr val="4A5B6B"/>
                </a:solidFill>
                <a:latin typeface="Arial"/>
                <a:ea typeface="Arial"/>
                <a:cs typeface="Arial"/>
              </a:defRPr>
            </a:lvl4pPr>
            <a:lvl5pPr>
              <a:defRPr sz="1200" b="0">
                <a:solidFill>
                  <a:srgbClr val="4A5B6B"/>
                </a:solidFill>
                <a:latin typeface="Arial"/>
                <a:ea typeface="Arial"/>
                <a:cs typeface="Arial"/>
              </a:defRPr>
            </a:lvl5pPr>
            <a:lvl6pPr>
              <a:defRPr sz="1200" b="0">
                <a:solidFill>
                  <a:srgbClr val="4A5B6B"/>
                </a:solidFill>
                <a:latin typeface="Arial"/>
                <a:ea typeface="Arial"/>
                <a:cs typeface="Arial"/>
              </a:defRPr>
            </a:lvl6pPr>
            <a:lvl7pPr>
              <a:defRPr sz="1200" b="0">
                <a:solidFill>
                  <a:srgbClr val="4A5B6B"/>
                </a:solidFill>
                <a:latin typeface="Arial"/>
                <a:ea typeface="Arial"/>
                <a:cs typeface="Arial"/>
              </a:defRPr>
            </a:lvl7pPr>
            <a:lvl8pPr>
              <a:defRPr sz="1200" b="0">
                <a:solidFill>
                  <a:srgbClr val="4A5B6B"/>
                </a:solidFill>
                <a:latin typeface="Arial"/>
                <a:ea typeface="Arial"/>
                <a:cs typeface="Arial"/>
              </a:defRPr>
            </a:lvl8pPr>
            <a:lvl9pPr>
              <a:defRPr sz="1200" b="0">
                <a:solidFill>
                  <a:srgbClr val="4A5B6B"/>
                </a:solidFill>
                <a:latin typeface="Arial"/>
                <a:ea typeface="Arial"/>
                <a:cs typeface="Arial"/>
              </a:defRPr>
            </a:lvl9pPr>
          </a:lstStyle>
          <a:p xmlns:a="http://schemas.openxmlformats.org/drawingml/2006/main">
            <a:pPr>
              <a:defRPr sz="1200" b="0">
                <a:solidFill>
                  <a:srgbClr val="4A5B6B"/>
                </a:solidFill>
                <a:latin typeface="Arial"/>
                <a:ea typeface="Arial"/>
                <a:cs typeface="Arial"/>
              </a:defRPr>
            </a:pPr>
            <a:r>
              <a:rPr sz="1200" b="0">
                <a:solidFill>
                  <a:srgbClr val="4A5B6B"/>
                </a:solidFill>
                <a:latin typeface="Arial"/>
                <a:ea typeface="Arial"/>
                <a:cs typeface="Arial"/>
              </a:rPr>
              <a:t>04 / 14</a:t>
            </a:r>
          </a:p>
        </p:txBody>
      </p:sp>
    </p:spTree>
    <p:extLst>
      <p:ext uri="{BB962C8B-B14F-4D97-AF65-F5344CB8AC3E}">
        <p14:creationId xmlns:p14="http://schemas.microsoft.com/office/powerpoint/2010/main" val="2053977689"/>
      </p:ext>
    </p:extLst>
  </p:cSld>
</p:sld>
</file>

<file path=ppt/slides/slide5.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95CAA32-C271-48FF-B18C-3A0E589064F8}"/>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168A84"/>
                </a:solidFill>
                <a:latin typeface="Arial"/>
                <a:ea typeface="Arial"/>
                <a:cs typeface="Arial"/>
              </a:defRPr>
            </a:defPPr>
            <a:lvl1pPr>
              <a:defRPr sz="1350" b="1">
                <a:solidFill>
                  <a:srgbClr val="168A84"/>
                </a:solidFill>
                <a:latin typeface="Arial"/>
                <a:ea typeface="Arial"/>
                <a:cs typeface="Arial"/>
              </a:defRPr>
            </a:lvl1pPr>
            <a:lvl2pPr>
              <a:defRPr sz="1350" b="1">
                <a:solidFill>
                  <a:srgbClr val="168A84"/>
                </a:solidFill>
                <a:latin typeface="Arial"/>
                <a:ea typeface="Arial"/>
                <a:cs typeface="Arial"/>
              </a:defRPr>
            </a:lvl2pPr>
            <a:lvl3pPr>
              <a:defRPr sz="1350" b="1">
                <a:solidFill>
                  <a:srgbClr val="168A84"/>
                </a:solidFill>
                <a:latin typeface="Arial"/>
                <a:ea typeface="Arial"/>
                <a:cs typeface="Arial"/>
              </a:defRPr>
            </a:lvl3pPr>
            <a:lvl4pPr>
              <a:defRPr sz="1350" b="1">
                <a:solidFill>
                  <a:srgbClr val="168A84"/>
                </a:solidFill>
                <a:latin typeface="Arial"/>
                <a:ea typeface="Arial"/>
                <a:cs typeface="Arial"/>
              </a:defRPr>
            </a:lvl4pPr>
            <a:lvl5pPr>
              <a:defRPr sz="1350" b="1">
                <a:solidFill>
                  <a:srgbClr val="168A84"/>
                </a:solidFill>
                <a:latin typeface="Arial"/>
                <a:ea typeface="Arial"/>
                <a:cs typeface="Arial"/>
              </a:defRPr>
            </a:lvl5pPr>
            <a:lvl6pPr>
              <a:defRPr sz="1350" b="1">
                <a:solidFill>
                  <a:srgbClr val="168A84"/>
                </a:solidFill>
                <a:latin typeface="Arial"/>
                <a:ea typeface="Arial"/>
                <a:cs typeface="Arial"/>
              </a:defRPr>
            </a:lvl6pPr>
            <a:lvl7pPr>
              <a:defRPr sz="1350" b="1">
                <a:solidFill>
                  <a:srgbClr val="168A84"/>
                </a:solidFill>
                <a:latin typeface="Arial"/>
                <a:ea typeface="Arial"/>
                <a:cs typeface="Arial"/>
              </a:defRPr>
            </a:lvl7pPr>
            <a:lvl8pPr>
              <a:defRPr sz="1350" b="1">
                <a:solidFill>
                  <a:srgbClr val="168A84"/>
                </a:solidFill>
                <a:latin typeface="Arial"/>
                <a:ea typeface="Arial"/>
                <a:cs typeface="Arial"/>
              </a:defRPr>
            </a:lvl8pPr>
            <a:lvl9pPr>
              <a:defRPr sz="1350" b="1">
                <a:solidFill>
                  <a:srgbClr val="168A84"/>
                </a:solidFill>
                <a:latin typeface="Arial"/>
                <a:ea typeface="Arial"/>
                <a:cs typeface="Arial"/>
              </a:defRPr>
            </a:lvl9pPr>
          </a:lstStyle>
          <a:p xmlns:a="http://schemas.openxmlformats.org/drawingml/2006/main">
            <a:pPr>
              <a:defRPr sz="1350" b="1">
                <a:solidFill>
                  <a:srgbClr val="168A84"/>
                </a:solidFill>
                <a:latin typeface="Arial"/>
                <a:ea typeface="Arial"/>
                <a:cs typeface="Arial"/>
              </a:defRPr>
            </a:pPr>
            <a:r>
              <a:rPr sz="1350" b="1">
                <a:solidFill>
                  <a:srgbClr val="168A84"/>
                </a:solidFill>
                <a:latin typeface="Arial"/>
                <a:ea typeface="Arial"/>
                <a:cs typeface="Arial"/>
              </a:rPr>
              <a:t>S00  /  ORIENTATION</a:t>
            </a:r>
          </a:p>
        </p:txBody>
      </p:sp>
      <p:sp>
        <p:nvSpPr>
          <p:cNvPr id="3" name="">
            <a:extLst xmlns:a="http://schemas.openxmlformats.org/drawingml/2006/main">
              <a:ext uri="{FF2B5EF4-FFF2-40B4-BE49-F238E27FC236}">
                <a16:creationId xmlns:a16="http://schemas.microsoft.com/office/drawing/2014/main" id="{8F9F8D94-39B5-4CE2-B1C4-9A08ED5EB14C}"/>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4233B"/>
                </a:solidFill>
                <a:latin typeface="Arial"/>
                <a:ea typeface="Arial"/>
                <a:cs typeface="Arial"/>
              </a:defRPr>
            </a:defPPr>
            <a:lvl1pPr>
              <a:defRPr sz="3300" b="1">
                <a:solidFill>
                  <a:srgbClr val="14233B"/>
                </a:solidFill>
                <a:latin typeface="Arial"/>
                <a:ea typeface="Arial"/>
                <a:cs typeface="Arial"/>
              </a:defRPr>
            </a:lvl1pPr>
            <a:lvl2pPr>
              <a:defRPr sz="3300" b="1">
                <a:solidFill>
                  <a:srgbClr val="14233B"/>
                </a:solidFill>
                <a:latin typeface="Arial"/>
                <a:ea typeface="Arial"/>
                <a:cs typeface="Arial"/>
              </a:defRPr>
            </a:lvl2pPr>
            <a:lvl3pPr>
              <a:defRPr sz="3300" b="1">
                <a:solidFill>
                  <a:srgbClr val="14233B"/>
                </a:solidFill>
                <a:latin typeface="Arial"/>
                <a:ea typeface="Arial"/>
                <a:cs typeface="Arial"/>
              </a:defRPr>
            </a:lvl3pPr>
            <a:lvl4pPr>
              <a:defRPr sz="3300" b="1">
                <a:solidFill>
                  <a:srgbClr val="14233B"/>
                </a:solidFill>
                <a:latin typeface="Arial"/>
                <a:ea typeface="Arial"/>
                <a:cs typeface="Arial"/>
              </a:defRPr>
            </a:lvl4pPr>
            <a:lvl5pPr>
              <a:defRPr sz="3300" b="1">
                <a:solidFill>
                  <a:srgbClr val="14233B"/>
                </a:solidFill>
                <a:latin typeface="Arial"/>
                <a:ea typeface="Arial"/>
                <a:cs typeface="Arial"/>
              </a:defRPr>
            </a:lvl5pPr>
            <a:lvl6pPr>
              <a:defRPr sz="3300" b="1">
                <a:solidFill>
                  <a:srgbClr val="14233B"/>
                </a:solidFill>
                <a:latin typeface="Arial"/>
                <a:ea typeface="Arial"/>
                <a:cs typeface="Arial"/>
              </a:defRPr>
            </a:lvl6pPr>
            <a:lvl7pPr>
              <a:defRPr sz="3300" b="1">
                <a:solidFill>
                  <a:srgbClr val="14233B"/>
                </a:solidFill>
                <a:latin typeface="Arial"/>
                <a:ea typeface="Arial"/>
                <a:cs typeface="Arial"/>
              </a:defRPr>
            </a:lvl7pPr>
            <a:lvl8pPr>
              <a:defRPr sz="3300" b="1">
                <a:solidFill>
                  <a:srgbClr val="14233B"/>
                </a:solidFill>
                <a:latin typeface="Arial"/>
                <a:ea typeface="Arial"/>
                <a:cs typeface="Arial"/>
              </a:defRPr>
            </a:lvl8pPr>
            <a:lvl9pPr>
              <a:defRPr sz="3300" b="1">
                <a:solidFill>
                  <a:srgbClr val="14233B"/>
                </a:solidFill>
                <a:latin typeface="Arial"/>
                <a:ea typeface="Arial"/>
                <a:cs typeface="Arial"/>
              </a:defRPr>
            </a:lvl9pPr>
          </a:lstStyle>
          <a:p xmlns:a="http://schemas.openxmlformats.org/drawingml/2006/main">
            <a:pPr>
              <a:defRPr sz="3300" b="1">
                <a:solidFill>
                  <a:srgbClr val="14233B"/>
                </a:solidFill>
                <a:latin typeface="Arial"/>
                <a:ea typeface="Arial"/>
                <a:cs typeface="Arial"/>
              </a:defRPr>
            </a:pPr>
            <a:r>
              <a:rPr sz="3300" b="1">
                <a:solidFill>
                  <a:srgbClr val="14233B"/>
                </a:solidFill>
                <a:latin typeface="Arial"/>
                <a:ea typeface="Arial"/>
                <a:cs typeface="Arial"/>
              </a:rPr>
              <a:t>Ubuntu setup · Bash</a:t>
            </a:r>
          </a:p>
        </p:txBody>
      </p:sp>
      <p:sp>
        <p:nvSpPr>
          <p:cNvPr id="4" name="">
            <a:extLst xmlns:a="http://schemas.openxmlformats.org/drawingml/2006/main">
              <a:ext uri="{FF2B5EF4-FFF2-40B4-BE49-F238E27FC236}">
                <a16:creationId xmlns:a16="http://schemas.microsoft.com/office/drawing/2014/main" id="{064CEF4B-0535-48C2-8469-CA1FD29A597D}"/>
              </a:ext>
            </a:extLst>
          </p:cNvPr>
          <p:cNvSpPr>
            <a:spLocks xmlns:a="http://schemas.openxmlformats.org/drawingml/2006/main" noGrp="1"/>
          </p:cNvSpPr>
          <p:nvPr/>
        </p:nvSpPr>
        <p:spPr>
          <a:xfrm xmlns:a="http://schemas.openxmlformats.org/drawingml/2006/main">
            <a:off x="609600" y="1619250"/>
            <a:ext cx="10972800" cy="3143250"/>
          </a:xfrm>
          <a:prstGeom xmlns:a="http://schemas.openxmlformats.org/drawingml/2006/main" prst="rect">
            <a:avLst/>
          </a:prstGeom>
          <a:solidFill xmlns:a="http://schemas.openxmlformats.org/drawingml/2006/main">
            <a:srgbClr val="14233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8563F21-B3C2-46EF-B8E8-A1B29CCA397A}"/>
              </a:ext>
            </a:extLst>
          </p:cNvPr>
          <p:cNvSpPr>
            <a:spLocks xmlns:a="http://schemas.openxmlformats.org/drawingml/2006/main" noGrp="1"/>
          </p:cNvSpPr>
          <p:nvPr/>
        </p:nvSpPr>
        <p:spPr>
          <a:xfrm xmlns:a="http://schemas.openxmlformats.org/drawingml/2006/main">
            <a:off x="800100" y="1790700"/>
            <a:ext cx="105918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F5F3EE"/>
                </a:solidFill>
                <a:latin typeface="Consolas"/>
                <a:ea typeface="Consolas"/>
                <a:cs typeface="Consolas"/>
              </a:defRPr>
            </a:defPPr>
            <a:lvl1pPr>
              <a:defRPr sz="1725" b="0">
                <a:solidFill>
                  <a:srgbClr val="F5F3EE"/>
                </a:solidFill>
                <a:latin typeface="Consolas"/>
                <a:ea typeface="Consolas"/>
                <a:cs typeface="Consolas"/>
              </a:defRPr>
            </a:lvl1pPr>
            <a:lvl2pPr>
              <a:defRPr sz="1725" b="0">
                <a:solidFill>
                  <a:srgbClr val="F5F3EE"/>
                </a:solidFill>
                <a:latin typeface="Consolas"/>
                <a:ea typeface="Consolas"/>
                <a:cs typeface="Consolas"/>
              </a:defRPr>
            </a:lvl2pPr>
            <a:lvl3pPr>
              <a:defRPr sz="1725" b="0">
                <a:solidFill>
                  <a:srgbClr val="F5F3EE"/>
                </a:solidFill>
                <a:latin typeface="Consolas"/>
                <a:ea typeface="Consolas"/>
                <a:cs typeface="Consolas"/>
              </a:defRPr>
            </a:lvl3pPr>
            <a:lvl4pPr>
              <a:defRPr sz="1725" b="0">
                <a:solidFill>
                  <a:srgbClr val="F5F3EE"/>
                </a:solidFill>
                <a:latin typeface="Consolas"/>
                <a:ea typeface="Consolas"/>
                <a:cs typeface="Consolas"/>
              </a:defRPr>
            </a:lvl4pPr>
            <a:lvl5pPr>
              <a:defRPr sz="1725" b="0">
                <a:solidFill>
                  <a:srgbClr val="F5F3EE"/>
                </a:solidFill>
                <a:latin typeface="Consolas"/>
                <a:ea typeface="Consolas"/>
                <a:cs typeface="Consolas"/>
              </a:defRPr>
            </a:lvl5pPr>
            <a:lvl6pPr>
              <a:defRPr sz="1725" b="0">
                <a:solidFill>
                  <a:srgbClr val="F5F3EE"/>
                </a:solidFill>
                <a:latin typeface="Consolas"/>
                <a:ea typeface="Consolas"/>
                <a:cs typeface="Consolas"/>
              </a:defRPr>
            </a:lvl6pPr>
            <a:lvl7pPr>
              <a:defRPr sz="1725" b="0">
                <a:solidFill>
                  <a:srgbClr val="F5F3EE"/>
                </a:solidFill>
                <a:latin typeface="Consolas"/>
                <a:ea typeface="Consolas"/>
                <a:cs typeface="Consolas"/>
              </a:defRPr>
            </a:lvl7pPr>
            <a:lvl8pPr>
              <a:defRPr sz="1725" b="0">
                <a:solidFill>
                  <a:srgbClr val="F5F3EE"/>
                </a:solidFill>
                <a:latin typeface="Consolas"/>
                <a:ea typeface="Consolas"/>
                <a:cs typeface="Consolas"/>
              </a:defRPr>
            </a:lvl8pPr>
            <a:lvl9pPr>
              <a:defRPr sz="1725" b="0">
                <a:solidFill>
                  <a:srgbClr val="F5F3EE"/>
                </a:solidFill>
                <a:latin typeface="Consolas"/>
                <a:ea typeface="Consolas"/>
                <a:cs typeface="Consolas"/>
              </a:defRPr>
            </a:lvl9pPr>
          </a:lstStyle>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sudo apt update</a:t>
            </a:r>
          </a:p>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sudo apt install git python3 python3-venv python3-pip</a:t>
            </a:r>
          </a:p>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git clone https://github.com/croznnt/qubit-zero-to-hero-english.git</a:t>
            </a:r>
          </a:p>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cd qubit-zero-to-hero-english</a:t>
            </a:r>
          </a:p>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python3 -m venv .venv</a:t>
            </a:r>
          </a:p>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./.venv/bin/python -m pip install -e ".[dev]"</a:t>
            </a:r>
          </a:p>
        </p:txBody>
      </p:sp>
      <p:sp>
        <p:nvSpPr>
          <p:cNvPr id="6" name="">
            <a:extLst xmlns:a="http://schemas.openxmlformats.org/drawingml/2006/main">
              <a:ext uri="{FF2B5EF4-FFF2-40B4-BE49-F238E27FC236}">
                <a16:creationId xmlns:a16="http://schemas.microsoft.com/office/drawing/2014/main" id="{6D2F34AB-27AE-430F-80B0-D01652EAA79F}"/>
              </a:ext>
            </a:extLst>
          </p:cNvPr>
          <p:cNvSpPr>
            <a:spLocks xmlns:a="http://schemas.openxmlformats.org/drawingml/2006/main" noGrp="1"/>
          </p:cNvSpPr>
          <p:nvPr/>
        </p:nvSpPr>
        <p:spPr>
          <a:xfrm xmlns:a="http://schemas.openxmlformats.org/drawingml/2006/main">
            <a:off x="609600" y="5762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4A5B6B"/>
                </a:solidFill>
                <a:latin typeface="Arial"/>
                <a:ea typeface="Arial"/>
                <a:cs typeface="Arial"/>
              </a:defRPr>
            </a:defPPr>
            <a:lvl1pPr>
              <a:defRPr sz="1725" b="0">
                <a:solidFill>
                  <a:srgbClr val="4A5B6B"/>
                </a:solidFill>
                <a:latin typeface="Arial"/>
                <a:ea typeface="Arial"/>
                <a:cs typeface="Arial"/>
              </a:defRPr>
            </a:lvl1pPr>
            <a:lvl2pPr>
              <a:defRPr sz="1725" b="0">
                <a:solidFill>
                  <a:srgbClr val="4A5B6B"/>
                </a:solidFill>
                <a:latin typeface="Arial"/>
                <a:ea typeface="Arial"/>
                <a:cs typeface="Arial"/>
              </a:defRPr>
            </a:lvl2pPr>
            <a:lvl3pPr>
              <a:defRPr sz="1725" b="0">
                <a:solidFill>
                  <a:srgbClr val="4A5B6B"/>
                </a:solidFill>
                <a:latin typeface="Arial"/>
                <a:ea typeface="Arial"/>
                <a:cs typeface="Arial"/>
              </a:defRPr>
            </a:lvl3pPr>
            <a:lvl4pPr>
              <a:defRPr sz="1725" b="0">
                <a:solidFill>
                  <a:srgbClr val="4A5B6B"/>
                </a:solidFill>
                <a:latin typeface="Arial"/>
                <a:ea typeface="Arial"/>
                <a:cs typeface="Arial"/>
              </a:defRPr>
            </a:lvl4pPr>
            <a:lvl5pPr>
              <a:defRPr sz="1725" b="0">
                <a:solidFill>
                  <a:srgbClr val="4A5B6B"/>
                </a:solidFill>
                <a:latin typeface="Arial"/>
                <a:ea typeface="Arial"/>
                <a:cs typeface="Arial"/>
              </a:defRPr>
            </a:lvl5pPr>
            <a:lvl6pPr>
              <a:defRPr sz="1725" b="0">
                <a:solidFill>
                  <a:srgbClr val="4A5B6B"/>
                </a:solidFill>
                <a:latin typeface="Arial"/>
                <a:ea typeface="Arial"/>
                <a:cs typeface="Arial"/>
              </a:defRPr>
            </a:lvl6pPr>
            <a:lvl7pPr>
              <a:defRPr sz="1725" b="0">
                <a:solidFill>
                  <a:srgbClr val="4A5B6B"/>
                </a:solidFill>
                <a:latin typeface="Arial"/>
                <a:ea typeface="Arial"/>
                <a:cs typeface="Arial"/>
              </a:defRPr>
            </a:lvl7pPr>
            <a:lvl8pPr>
              <a:defRPr sz="1725" b="0">
                <a:solidFill>
                  <a:srgbClr val="4A5B6B"/>
                </a:solidFill>
                <a:latin typeface="Arial"/>
                <a:ea typeface="Arial"/>
                <a:cs typeface="Arial"/>
              </a:defRPr>
            </a:lvl8pPr>
            <a:lvl9pPr>
              <a:defRPr sz="1725" b="0">
                <a:solidFill>
                  <a:srgbClr val="4A5B6B"/>
                </a:solidFill>
                <a:latin typeface="Arial"/>
                <a:ea typeface="Arial"/>
                <a:cs typeface="Arial"/>
              </a:defRPr>
            </a:lvl9pPr>
          </a:lstStyle>
          <a:p xmlns:a="http://schemas.openxmlformats.org/drawingml/2006/main">
            <a:pPr>
              <a:defRPr sz="1725" b="0">
                <a:solidFill>
                  <a:srgbClr val="4A5B6B"/>
                </a:solidFill>
                <a:latin typeface="Arial"/>
                <a:ea typeface="Arial"/>
                <a:cs typeface="Arial"/>
              </a:defRPr>
            </a:pPr>
            <a:r>
              <a:rPr sz="1725" b="0">
                <a:solidFill>
                  <a:srgbClr val="4A5B6B"/>
                </a:solidFill>
                <a:latin typeface="Arial"/>
                <a:ea typeface="Arial"/>
                <a:cs typeface="Arial"/>
              </a:rPr>
              <a:t>Use a native Ubuntu terminal. Keep pip installations inside .venv.</a:t>
            </a:r>
          </a:p>
        </p:txBody>
      </p:sp>
      <p:sp>
        <p:nvSpPr>
          <p:cNvPr id="7" name="">
            <a:extLst xmlns:a="http://schemas.openxmlformats.org/drawingml/2006/main">
              <a:ext uri="{FF2B5EF4-FFF2-40B4-BE49-F238E27FC236}">
                <a16:creationId xmlns:a16="http://schemas.microsoft.com/office/drawing/2014/main" id="{6CC3C6AE-5D70-41B3-8438-729B2AF0C549}"/>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4A5B6B"/>
                </a:solidFill>
                <a:latin typeface="Arial"/>
                <a:ea typeface="Arial"/>
                <a:cs typeface="Arial"/>
              </a:defRPr>
            </a:defPPr>
            <a:lvl1pPr>
              <a:defRPr sz="1200" b="0">
                <a:solidFill>
                  <a:srgbClr val="4A5B6B"/>
                </a:solidFill>
                <a:latin typeface="Arial"/>
                <a:ea typeface="Arial"/>
                <a:cs typeface="Arial"/>
              </a:defRPr>
            </a:lvl1pPr>
            <a:lvl2pPr>
              <a:defRPr sz="1200" b="0">
                <a:solidFill>
                  <a:srgbClr val="4A5B6B"/>
                </a:solidFill>
                <a:latin typeface="Arial"/>
                <a:ea typeface="Arial"/>
                <a:cs typeface="Arial"/>
              </a:defRPr>
            </a:lvl2pPr>
            <a:lvl3pPr>
              <a:defRPr sz="1200" b="0">
                <a:solidFill>
                  <a:srgbClr val="4A5B6B"/>
                </a:solidFill>
                <a:latin typeface="Arial"/>
                <a:ea typeface="Arial"/>
                <a:cs typeface="Arial"/>
              </a:defRPr>
            </a:lvl3pPr>
            <a:lvl4pPr>
              <a:defRPr sz="1200" b="0">
                <a:solidFill>
                  <a:srgbClr val="4A5B6B"/>
                </a:solidFill>
                <a:latin typeface="Arial"/>
                <a:ea typeface="Arial"/>
                <a:cs typeface="Arial"/>
              </a:defRPr>
            </a:lvl4pPr>
            <a:lvl5pPr>
              <a:defRPr sz="1200" b="0">
                <a:solidFill>
                  <a:srgbClr val="4A5B6B"/>
                </a:solidFill>
                <a:latin typeface="Arial"/>
                <a:ea typeface="Arial"/>
                <a:cs typeface="Arial"/>
              </a:defRPr>
            </a:lvl5pPr>
            <a:lvl6pPr>
              <a:defRPr sz="1200" b="0">
                <a:solidFill>
                  <a:srgbClr val="4A5B6B"/>
                </a:solidFill>
                <a:latin typeface="Arial"/>
                <a:ea typeface="Arial"/>
                <a:cs typeface="Arial"/>
              </a:defRPr>
            </a:lvl6pPr>
            <a:lvl7pPr>
              <a:defRPr sz="1200" b="0">
                <a:solidFill>
                  <a:srgbClr val="4A5B6B"/>
                </a:solidFill>
                <a:latin typeface="Arial"/>
                <a:ea typeface="Arial"/>
                <a:cs typeface="Arial"/>
              </a:defRPr>
            </a:lvl7pPr>
            <a:lvl8pPr>
              <a:defRPr sz="1200" b="0">
                <a:solidFill>
                  <a:srgbClr val="4A5B6B"/>
                </a:solidFill>
                <a:latin typeface="Arial"/>
                <a:ea typeface="Arial"/>
                <a:cs typeface="Arial"/>
              </a:defRPr>
            </a:lvl8pPr>
            <a:lvl9pPr>
              <a:defRPr sz="1200" b="0">
                <a:solidFill>
                  <a:srgbClr val="4A5B6B"/>
                </a:solidFill>
                <a:latin typeface="Arial"/>
                <a:ea typeface="Arial"/>
                <a:cs typeface="Arial"/>
              </a:defRPr>
            </a:lvl9pPr>
          </a:lstStyle>
          <a:p xmlns:a="http://schemas.openxmlformats.org/drawingml/2006/main">
            <a:pPr>
              <a:defRPr sz="1200" b="0">
                <a:solidFill>
                  <a:srgbClr val="4A5B6B"/>
                </a:solidFill>
                <a:latin typeface="Arial"/>
                <a:ea typeface="Arial"/>
                <a:cs typeface="Arial"/>
              </a:defRPr>
            </a:pPr>
            <a:r>
              <a:rPr sz="1200" b="0">
                <a:solidFill>
                  <a:srgbClr val="4A5B6B"/>
                </a:solidFill>
                <a:latin typeface="Arial"/>
                <a:ea typeface="Arial"/>
                <a:cs typeface="Arial"/>
              </a:rPr>
              <a:t>05 / 14</a:t>
            </a:r>
          </a:p>
        </p:txBody>
      </p:sp>
    </p:spTree>
    <p:extLst>
      <p:ext uri="{BB962C8B-B14F-4D97-AF65-F5344CB8AC3E}">
        <p14:creationId xmlns:p14="http://schemas.microsoft.com/office/powerpoint/2010/main" val="1752496752"/>
      </p:ext>
    </p:extLst>
  </p:cSld>
</p:sld>
</file>

<file path=ppt/slides/slide6.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7F3BD09-CF47-4D78-A6DB-5A25E96692B1}"/>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168A84"/>
                </a:solidFill>
                <a:latin typeface="Arial"/>
                <a:ea typeface="Arial"/>
                <a:cs typeface="Arial"/>
              </a:defRPr>
            </a:defPPr>
            <a:lvl1pPr>
              <a:defRPr sz="1350" b="1">
                <a:solidFill>
                  <a:srgbClr val="168A84"/>
                </a:solidFill>
                <a:latin typeface="Arial"/>
                <a:ea typeface="Arial"/>
                <a:cs typeface="Arial"/>
              </a:defRPr>
            </a:lvl1pPr>
            <a:lvl2pPr>
              <a:defRPr sz="1350" b="1">
                <a:solidFill>
                  <a:srgbClr val="168A84"/>
                </a:solidFill>
                <a:latin typeface="Arial"/>
                <a:ea typeface="Arial"/>
                <a:cs typeface="Arial"/>
              </a:defRPr>
            </a:lvl2pPr>
            <a:lvl3pPr>
              <a:defRPr sz="1350" b="1">
                <a:solidFill>
                  <a:srgbClr val="168A84"/>
                </a:solidFill>
                <a:latin typeface="Arial"/>
                <a:ea typeface="Arial"/>
                <a:cs typeface="Arial"/>
              </a:defRPr>
            </a:lvl3pPr>
            <a:lvl4pPr>
              <a:defRPr sz="1350" b="1">
                <a:solidFill>
                  <a:srgbClr val="168A84"/>
                </a:solidFill>
                <a:latin typeface="Arial"/>
                <a:ea typeface="Arial"/>
                <a:cs typeface="Arial"/>
              </a:defRPr>
            </a:lvl4pPr>
            <a:lvl5pPr>
              <a:defRPr sz="1350" b="1">
                <a:solidFill>
                  <a:srgbClr val="168A84"/>
                </a:solidFill>
                <a:latin typeface="Arial"/>
                <a:ea typeface="Arial"/>
                <a:cs typeface="Arial"/>
              </a:defRPr>
            </a:lvl5pPr>
            <a:lvl6pPr>
              <a:defRPr sz="1350" b="1">
                <a:solidFill>
                  <a:srgbClr val="168A84"/>
                </a:solidFill>
                <a:latin typeface="Arial"/>
                <a:ea typeface="Arial"/>
                <a:cs typeface="Arial"/>
              </a:defRPr>
            </a:lvl6pPr>
            <a:lvl7pPr>
              <a:defRPr sz="1350" b="1">
                <a:solidFill>
                  <a:srgbClr val="168A84"/>
                </a:solidFill>
                <a:latin typeface="Arial"/>
                <a:ea typeface="Arial"/>
                <a:cs typeface="Arial"/>
              </a:defRPr>
            </a:lvl7pPr>
            <a:lvl8pPr>
              <a:defRPr sz="1350" b="1">
                <a:solidFill>
                  <a:srgbClr val="168A84"/>
                </a:solidFill>
                <a:latin typeface="Arial"/>
                <a:ea typeface="Arial"/>
                <a:cs typeface="Arial"/>
              </a:defRPr>
            </a:lvl8pPr>
            <a:lvl9pPr>
              <a:defRPr sz="1350" b="1">
                <a:solidFill>
                  <a:srgbClr val="168A84"/>
                </a:solidFill>
                <a:latin typeface="Arial"/>
                <a:ea typeface="Arial"/>
                <a:cs typeface="Arial"/>
              </a:defRPr>
            </a:lvl9pPr>
          </a:lstStyle>
          <a:p xmlns:a="http://schemas.openxmlformats.org/drawingml/2006/main">
            <a:pPr>
              <a:defRPr sz="1350" b="1">
                <a:solidFill>
                  <a:srgbClr val="168A84"/>
                </a:solidFill>
                <a:latin typeface="Arial"/>
                <a:ea typeface="Arial"/>
                <a:cs typeface="Arial"/>
              </a:defRPr>
            </a:pPr>
            <a:r>
              <a:rPr sz="1350" b="1">
                <a:solidFill>
                  <a:srgbClr val="168A84"/>
                </a:solidFill>
                <a:latin typeface="Arial"/>
                <a:ea typeface="Arial"/>
                <a:cs typeface="Arial"/>
              </a:rPr>
              <a:t>S00  /  ORIENTATION</a:t>
            </a:r>
          </a:p>
        </p:txBody>
      </p:sp>
      <p:sp>
        <p:nvSpPr>
          <p:cNvPr id="3" name="">
            <a:extLst xmlns:a="http://schemas.openxmlformats.org/drawingml/2006/main">
              <a:ext uri="{FF2B5EF4-FFF2-40B4-BE49-F238E27FC236}">
                <a16:creationId xmlns:a16="http://schemas.microsoft.com/office/drawing/2014/main" id="{5BB0F8E7-DB98-40B5-8474-40BCA0577893}"/>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4233B"/>
                </a:solidFill>
                <a:latin typeface="Arial"/>
                <a:ea typeface="Arial"/>
                <a:cs typeface="Arial"/>
              </a:defRPr>
            </a:defPPr>
            <a:lvl1pPr>
              <a:defRPr sz="3300" b="1">
                <a:solidFill>
                  <a:srgbClr val="14233B"/>
                </a:solidFill>
                <a:latin typeface="Arial"/>
                <a:ea typeface="Arial"/>
                <a:cs typeface="Arial"/>
              </a:defRPr>
            </a:lvl1pPr>
            <a:lvl2pPr>
              <a:defRPr sz="3300" b="1">
                <a:solidFill>
                  <a:srgbClr val="14233B"/>
                </a:solidFill>
                <a:latin typeface="Arial"/>
                <a:ea typeface="Arial"/>
                <a:cs typeface="Arial"/>
              </a:defRPr>
            </a:lvl2pPr>
            <a:lvl3pPr>
              <a:defRPr sz="3300" b="1">
                <a:solidFill>
                  <a:srgbClr val="14233B"/>
                </a:solidFill>
                <a:latin typeface="Arial"/>
                <a:ea typeface="Arial"/>
                <a:cs typeface="Arial"/>
              </a:defRPr>
            </a:lvl3pPr>
            <a:lvl4pPr>
              <a:defRPr sz="3300" b="1">
                <a:solidFill>
                  <a:srgbClr val="14233B"/>
                </a:solidFill>
                <a:latin typeface="Arial"/>
                <a:ea typeface="Arial"/>
                <a:cs typeface="Arial"/>
              </a:defRPr>
            </a:lvl4pPr>
            <a:lvl5pPr>
              <a:defRPr sz="3300" b="1">
                <a:solidFill>
                  <a:srgbClr val="14233B"/>
                </a:solidFill>
                <a:latin typeface="Arial"/>
                <a:ea typeface="Arial"/>
                <a:cs typeface="Arial"/>
              </a:defRPr>
            </a:lvl5pPr>
            <a:lvl6pPr>
              <a:defRPr sz="3300" b="1">
                <a:solidFill>
                  <a:srgbClr val="14233B"/>
                </a:solidFill>
                <a:latin typeface="Arial"/>
                <a:ea typeface="Arial"/>
                <a:cs typeface="Arial"/>
              </a:defRPr>
            </a:lvl6pPr>
            <a:lvl7pPr>
              <a:defRPr sz="3300" b="1">
                <a:solidFill>
                  <a:srgbClr val="14233B"/>
                </a:solidFill>
                <a:latin typeface="Arial"/>
                <a:ea typeface="Arial"/>
                <a:cs typeface="Arial"/>
              </a:defRPr>
            </a:lvl7pPr>
            <a:lvl8pPr>
              <a:defRPr sz="3300" b="1">
                <a:solidFill>
                  <a:srgbClr val="14233B"/>
                </a:solidFill>
                <a:latin typeface="Arial"/>
                <a:ea typeface="Arial"/>
                <a:cs typeface="Arial"/>
              </a:defRPr>
            </a:lvl8pPr>
            <a:lvl9pPr>
              <a:defRPr sz="3300" b="1">
                <a:solidFill>
                  <a:srgbClr val="14233B"/>
                </a:solidFill>
                <a:latin typeface="Arial"/>
                <a:ea typeface="Arial"/>
                <a:cs typeface="Arial"/>
              </a:defRPr>
            </a:lvl9pPr>
          </a:lstStyle>
          <a:p xmlns:a="http://schemas.openxmlformats.org/drawingml/2006/main">
            <a:pPr>
              <a:defRPr sz="3300" b="1">
                <a:solidFill>
                  <a:srgbClr val="14233B"/>
                </a:solidFill>
                <a:latin typeface="Arial"/>
                <a:ea typeface="Arial"/>
                <a:cs typeface="Arial"/>
              </a:defRPr>
            </a:pPr>
            <a:r>
              <a:rPr sz="3300" b="1">
                <a:solidFill>
                  <a:srgbClr val="14233B"/>
                </a:solidFill>
                <a:latin typeface="Arial"/>
                <a:ea typeface="Arial"/>
                <a:cs typeface="Arial"/>
              </a:rPr>
              <a:t>Interpreter and dependency check</a:t>
            </a:r>
          </a:p>
        </p:txBody>
      </p:sp>
      <p:sp>
        <p:nvSpPr>
          <p:cNvPr id="4" name="">
            <a:extLst xmlns:a="http://schemas.openxmlformats.org/drawingml/2006/main">
              <a:ext uri="{FF2B5EF4-FFF2-40B4-BE49-F238E27FC236}">
                <a16:creationId xmlns:a16="http://schemas.microsoft.com/office/drawing/2014/main" id="{35732E6E-2D72-454F-A675-FB5DA6046198}"/>
              </a:ext>
            </a:extLst>
          </p:cNvPr>
          <p:cNvSpPr>
            <a:spLocks xmlns:a="http://schemas.openxmlformats.org/drawingml/2006/main" noGrp="1"/>
          </p:cNvSpPr>
          <p:nvPr/>
        </p:nvSpPr>
        <p:spPr>
          <a:xfrm xmlns:a="http://schemas.openxmlformats.org/drawingml/2006/main">
            <a:off x="609600" y="1638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14233B"/>
                </a:solidFill>
                <a:latin typeface="Arial"/>
                <a:ea typeface="Arial"/>
                <a:cs typeface="Arial"/>
              </a:defRPr>
            </a:defPPr>
            <a:lvl1pPr>
              <a:defRPr sz="1875" b="1">
                <a:solidFill>
                  <a:srgbClr val="14233B"/>
                </a:solidFill>
                <a:latin typeface="Arial"/>
                <a:ea typeface="Arial"/>
                <a:cs typeface="Arial"/>
              </a:defRPr>
            </a:lvl1pPr>
            <a:lvl2pPr>
              <a:defRPr sz="1875" b="1">
                <a:solidFill>
                  <a:srgbClr val="14233B"/>
                </a:solidFill>
                <a:latin typeface="Arial"/>
                <a:ea typeface="Arial"/>
                <a:cs typeface="Arial"/>
              </a:defRPr>
            </a:lvl2pPr>
            <a:lvl3pPr>
              <a:defRPr sz="1875" b="1">
                <a:solidFill>
                  <a:srgbClr val="14233B"/>
                </a:solidFill>
                <a:latin typeface="Arial"/>
                <a:ea typeface="Arial"/>
                <a:cs typeface="Arial"/>
              </a:defRPr>
            </a:lvl3pPr>
            <a:lvl4pPr>
              <a:defRPr sz="1875" b="1">
                <a:solidFill>
                  <a:srgbClr val="14233B"/>
                </a:solidFill>
                <a:latin typeface="Arial"/>
                <a:ea typeface="Arial"/>
                <a:cs typeface="Arial"/>
              </a:defRPr>
            </a:lvl4pPr>
            <a:lvl5pPr>
              <a:defRPr sz="1875" b="1">
                <a:solidFill>
                  <a:srgbClr val="14233B"/>
                </a:solidFill>
                <a:latin typeface="Arial"/>
                <a:ea typeface="Arial"/>
                <a:cs typeface="Arial"/>
              </a:defRPr>
            </a:lvl5pPr>
            <a:lvl6pPr>
              <a:defRPr sz="1875" b="1">
                <a:solidFill>
                  <a:srgbClr val="14233B"/>
                </a:solidFill>
                <a:latin typeface="Arial"/>
                <a:ea typeface="Arial"/>
                <a:cs typeface="Arial"/>
              </a:defRPr>
            </a:lvl6pPr>
            <a:lvl7pPr>
              <a:defRPr sz="1875" b="1">
                <a:solidFill>
                  <a:srgbClr val="14233B"/>
                </a:solidFill>
                <a:latin typeface="Arial"/>
                <a:ea typeface="Arial"/>
                <a:cs typeface="Arial"/>
              </a:defRPr>
            </a:lvl7pPr>
            <a:lvl8pPr>
              <a:defRPr sz="1875" b="1">
                <a:solidFill>
                  <a:srgbClr val="14233B"/>
                </a:solidFill>
                <a:latin typeface="Arial"/>
                <a:ea typeface="Arial"/>
                <a:cs typeface="Arial"/>
              </a:defRPr>
            </a:lvl8pPr>
            <a:lvl9pPr>
              <a:defRPr sz="1875" b="1">
                <a:solidFill>
                  <a:srgbClr val="14233B"/>
                </a:solidFill>
                <a:latin typeface="Arial"/>
                <a:ea typeface="Arial"/>
                <a:cs typeface="Arial"/>
              </a:defRPr>
            </a:lvl9pPr>
          </a:lstStyle>
          <a:p xmlns:a="http://schemas.openxmlformats.org/drawingml/2006/main">
            <a:pPr>
              <a:defRPr sz="1875" b="1">
                <a:solidFill>
                  <a:srgbClr val="14233B"/>
                </a:solidFill>
                <a:latin typeface="Arial"/>
                <a:ea typeface="Arial"/>
                <a:cs typeface="Arial"/>
              </a:defRPr>
            </a:pPr>
            <a:r>
              <a:rPr sz="1875" b="1">
                <a:solidFill>
                  <a:srgbClr val="14233B"/>
                </a:solidFill>
                <a:latin typeface="Arial"/>
                <a:ea typeface="Arial"/>
                <a:cs typeface="Arial"/>
              </a:rPr>
              <a:t>Windows · PowerShell</a:t>
            </a:r>
          </a:p>
        </p:txBody>
      </p:sp>
      <p:sp>
        <p:nvSpPr>
          <p:cNvPr id="5" name="">
            <a:extLst xmlns:a="http://schemas.openxmlformats.org/drawingml/2006/main">
              <a:ext uri="{FF2B5EF4-FFF2-40B4-BE49-F238E27FC236}">
                <a16:creationId xmlns:a16="http://schemas.microsoft.com/office/drawing/2014/main" id="{939B6EE3-C768-4DC7-B59F-C5177A08FF70}"/>
              </a:ext>
            </a:extLst>
          </p:cNvPr>
          <p:cNvSpPr>
            <a:spLocks xmlns:a="http://schemas.openxmlformats.org/drawingml/2006/main" noGrp="1"/>
          </p:cNvSpPr>
          <p:nvPr/>
        </p:nvSpPr>
        <p:spPr>
          <a:xfrm xmlns:a="http://schemas.openxmlformats.org/drawingml/2006/main">
            <a:off x="609600" y="2057400"/>
            <a:ext cx="10972800" cy="1285875"/>
          </a:xfrm>
          <a:prstGeom xmlns:a="http://schemas.openxmlformats.org/drawingml/2006/main" prst="rect">
            <a:avLst/>
          </a:prstGeom>
          <a:solidFill xmlns:a="http://schemas.openxmlformats.org/drawingml/2006/main">
            <a:srgbClr val="14233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B97BC87-FA95-4637-9370-7A420247A60C}"/>
              </a:ext>
            </a:extLst>
          </p:cNvPr>
          <p:cNvSpPr>
            <a:spLocks xmlns:a="http://schemas.openxmlformats.org/drawingml/2006/main" noGrp="1"/>
          </p:cNvSpPr>
          <p:nvPr/>
        </p:nvSpPr>
        <p:spPr>
          <a:xfrm xmlns:a="http://schemas.openxmlformats.org/drawingml/2006/main">
            <a:off x="800100" y="2228850"/>
            <a:ext cx="10591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F5F3EE"/>
                </a:solidFill>
                <a:latin typeface="Consolas"/>
                <a:ea typeface="Consolas"/>
                <a:cs typeface="Consolas"/>
              </a:defRPr>
            </a:defPPr>
            <a:lvl1pPr>
              <a:defRPr sz="1725" b="0">
                <a:solidFill>
                  <a:srgbClr val="F5F3EE"/>
                </a:solidFill>
                <a:latin typeface="Consolas"/>
                <a:ea typeface="Consolas"/>
                <a:cs typeface="Consolas"/>
              </a:defRPr>
            </a:lvl1pPr>
            <a:lvl2pPr>
              <a:defRPr sz="1725" b="0">
                <a:solidFill>
                  <a:srgbClr val="F5F3EE"/>
                </a:solidFill>
                <a:latin typeface="Consolas"/>
                <a:ea typeface="Consolas"/>
                <a:cs typeface="Consolas"/>
              </a:defRPr>
            </a:lvl2pPr>
            <a:lvl3pPr>
              <a:defRPr sz="1725" b="0">
                <a:solidFill>
                  <a:srgbClr val="F5F3EE"/>
                </a:solidFill>
                <a:latin typeface="Consolas"/>
                <a:ea typeface="Consolas"/>
                <a:cs typeface="Consolas"/>
              </a:defRPr>
            </a:lvl3pPr>
            <a:lvl4pPr>
              <a:defRPr sz="1725" b="0">
                <a:solidFill>
                  <a:srgbClr val="F5F3EE"/>
                </a:solidFill>
                <a:latin typeface="Consolas"/>
                <a:ea typeface="Consolas"/>
                <a:cs typeface="Consolas"/>
              </a:defRPr>
            </a:lvl4pPr>
            <a:lvl5pPr>
              <a:defRPr sz="1725" b="0">
                <a:solidFill>
                  <a:srgbClr val="F5F3EE"/>
                </a:solidFill>
                <a:latin typeface="Consolas"/>
                <a:ea typeface="Consolas"/>
                <a:cs typeface="Consolas"/>
              </a:defRPr>
            </a:lvl5pPr>
            <a:lvl6pPr>
              <a:defRPr sz="1725" b="0">
                <a:solidFill>
                  <a:srgbClr val="F5F3EE"/>
                </a:solidFill>
                <a:latin typeface="Consolas"/>
                <a:ea typeface="Consolas"/>
                <a:cs typeface="Consolas"/>
              </a:defRPr>
            </a:lvl6pPr>
            <a:lvl7pPr>
              <a:defRPr sz="1725" b="0">
                <a:solidFill>
                  <a:srgbClr val="F5F3EE"/>
                </a:solidFill>
                <a:latin typeface="Consolas"/>
                <a:ea typeface="Consolas"/>
                <a:cs typeface="Consolas"/>
              </a:defRPr>
            </a:lvl7pPr>
            <a:lvl8pPr>
              <a:defRPr sz="1725" b="0">
                <a:solidFill>
                  <a:srgbClr val="F5F3EE"/>
                </a:solidFill>
                <a:latin typeface="Consolas"/>
                <a:ea typeface="Consolas"/>
                <a:cs typeface="Consolas"/>
              </a:defRPr>
            </a:lvl8pPr>
            <a:lvl9pPr>
              <a:defRPr sz="1725" b="0">
                <a:solidFill>
                  <a:srgbClr val="F5F3EE"/>
                </a:solidFill>
                <a:latin typeface="Consolas"/>
                <a:ea typeface="Consolas"/>
                <a:cs typeface="Consolas"/>
              </a:defRPr>
            </a:lvl9pPr>
          </a:lstStyle>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.\.venv\Scripts\python.exe -c "import qutip; print(qutip.__version__)"</a:t>
            </a:r>
          </a:p>
        </p:txBody>
      </p:sp>
      <p:sp>
        <p:nvSpPr>
          <p:cNvPr id="7" name="">
            <a:extLst xmlns:a="http://schemas.openxmlformats.org/drawingml/2006/main">
              <a:ext uri="{FF2B5EF4-FFF2-40B4-BE49-F238E27FC236}">
                <a16:creationId xmlns:a16="http://schemas.microsoft.com/office/drawing/2014/main" id="{BC2DE10F-29B3-4FCD-BBC7-797908F72E1F}"/>
              </a:ext>
            </a:extLst>
          </p:cNvPr>
          <p:cNvSpPr>
            <a:spLocks xmlns:a="http://schemas.openxmlformats.org/drawingml/2006/main" noGrp="1"/>
          </p:cNvSpPr>
          <p:nvPr/>
        </p:nvSpPr>
        <p:spPr>
          <a:xfrm xmlns:a="http://schemas.openxmlformats.org/drawingml/2006/main">
            <a:off x="609600" y="36385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14233B"/>
                </a:solidFill>
                <a:latin typeface="Arial"/>
                <a:ea typeface="Arial"/>
                <a:cs typeface="Arial"/>
              </a:defRPr>
            </a:defPPr>
            <a:lvl1pPr>
              <a:defRPr sz="1875" b="1">
                <a:solidFill>
                  <a:srgbClr val="14233B"/>
                </a:solidFill>
                <a:latin typeface="Arial"/>
                <a:ea typeface="Arial"/>
                <a:cs typeface="Arial"/>
              </a:defRPr>
            </a:lvl1pPr>
            <a:lvl2pPr>
              <a:defRPr sz="1875" b="1">
                <a:solidFill>
                  <a:srgbClr val="14233B"/>
                </a:solidFill>
                <a:latin typeface="Arial"/>
                <a:ea typeface="Arial"/>
                <a:cs typeface="Arial"/>
              </a:defRPr>
            </a:lvl2pPr>
            <a:lvl3pPr>
              <a:defRPr sz="1875" b="1">
                <a:solidFill>
                  <a:srgbClr val="14233B"/>
                </a:solidFill>
                <a:latin typeface="Arial"/>
                <a:ea typeface="Arial"/>
                <a:cs typeface="Arial"/>
              </a:defRPr>
            </a:lvl3pPr>
            <a:lvl4pPr>
              <a:defRPr sz="1875" b="1">
                <a:solidFill>
                  <a:srgbClr val="14233B"/>
                </a:solidFill>
                <a:latin typeface="Arial"/>
                <a:ea typeface="Arial"/>
                <a:cs typeface="Arial"/>
              </a:defRPr>
            </a:lvl4pPr>
            <a:lvl5pPr>
              <a:defRPr sz="1875" b="1">
                <a:solidFill>
                  <a:srgbClr val="14233B"/>
                </a:solidFill>
                <a:latin typeface="Arial"/>
                <a:ea typeface="Arial"/>
                <a:cs typeface="Arial"/>
              </a:defRPr>
            </a:lvl5pPr>
            <a:lvl6pPr>
              <a:defRPr sz="1875" b="1">
                <a:solidFill>
                  <a:srgbClr val="14233B"/>
                </a:solidFill>
                <a:latin typeface="Arial"/>
                <a:ea typeface="Arial"/>
                <a:cs typeface="Arial"/>
              </a:defRPr>
            </a:lvl6pPr>
            <a:lvl7pPr>
              <a:defRPr sz="1875" b="1">
                <a:solidFill>
                  <a:srgbClr val="14233B"/>
                </a:solidFill>
                <a:latin typeface="Arial"/>
                <a:ea typeface="Arial"/>
                <a:cs typeface="Arial"/>
              </a:defRPr>
            </a:lvl7pPr>
            <a:lvl8pPr>
              <a:defRPr sz="1875" b="1">
                <a:solidFill>
                  <a:srgbClr val="14233B"/>
                </a:solidFill>
                <a:latin typeface="Arial"/>
                <a:ea typeface="Arial"/>
                <a:cs typeface="Arial"/>
              </a:defRPr>
            </a:lvl8pPr>
            <a:lvl9pPr>
              <a:defRPr sz="1875" b="1">
                <a:solidFill>
                  <a:srgbClr val="14233B"/>
                </a:solidFill>
                <a:latin typeface="Arial"/>
                <a:ea typeface="Arial"/>
                <a:cs typeface="Arial"/>
              </a:defRPr>
            </a:lvl9pPr>
          </a:lstStyle>
          <a:p xmlns:a="http://schemas.openxmlformats.org/drawingml/2006/main">
            <a:pPr>
              <a:defRPr sz="1875" b="1">
                <a:solidFill>
                  <a:srgbClr val="14233B"/>
                </a:solidFill>
                <a:latin typeface="Arial"/>
                <a:ea typeface="Arial"/>
                <a:cs typeface="Arial"/>
              </a:defRPr>
            </a:pPr>
            <a:r>
              <a:rPr sz="1875" b="1">
                <a:solidFill>
                  <a:srgbClr val="14233B"/>
                </a:solidFill>
                <a:latin typeface="Arial"/>
                <a:ea typeface="Arial"/>
                <a:cs typeface="Arial"/>
              </a:rPr>
              <a:t>Ubuntu · Bash</a:t>
            </a:r>
          </a:p>
        </p:txBody>
      </p:sp>
      <p:sp>
        <p:nvSpPr>
          <p:cNvPr id="8" name="">
            <a:extLst xmlns:a="http://schemas.openxmlformats.org/drawingml/2006/main">
              <a:ext uri="{FF2B5EF4-FFF2-40B4-BE49-F238E27FC236}">
                <a16:creationId xmlns:a16="http://schemas.microsoft.com/office/drawing/2014/main" id="{0D2F5EF1-8570-4DE6-82FE-9930C756FDCB}"/>
              </a:ext>
            </a:extLst>
          </p:cNvPr>
          <p:cNvSpPr>
            <a:spLocks xmlns:a="http://schemas.openxmlformats.org/drawingml/2006/main" noGrp="1"/>
          </p:cNvSpPr>
          <p:nvPr/>
        </p:nvSpPr>
        <p:spPr>
          <a:xfrm xmlns:a="http://schemas.openxmlformats.org/drawingml/2006/main">
            <a:off x="609600" y="4057650"/>
            <a:ext cx="10972800" cy="1285875"/>
          </a:xfrm>
          <a:prstGeom xmlns:a="http://schemas.openxmlformats.org/drawingml/2006/main" prst="rect">
            <a:avLst/>
          </a:prstGeom>
          <a:solidFill xmlns:a="http://schemas.openxmlformats.org/drawingml/2006/main">
            <a:srgbClr val="14233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6F0B33F-8CFF-45D2-99DE-C742072715B8}"/>
              </a:ext>
            </a:extLst>
          </p:cNvPr>
          <p:cNvSpPr>
            <a:spLocks xmlns:a="http://schemas.openxmlformats.org/drawingml/2006/main" noGrp="1"/>
          </p:cNvSpPr>
          <p:nvPr/>
        </p:nvSpPr>
        <p:spPr>
          <a:xfrm xmlns:a="http://schemas.openxmlformats.org/drawingml/2006/main">
            <a:off x="800100" y="4229100"/>
            <a:ext cx="10591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F5F3EE"/>
                </a:solidFill>
                <a:latin typeface="Consolas"/>
                <a:ea typeface="Consolas"/>
                <a:cs typeface="Consolas"/>
              </a:defRPr>
            </a:defPPr>
            <a:lvl1pPr>
              <a:defRPr sz="1725" b="0">
                <a:solidFill>
                  <a:srgbClr val="F5F3EE"/>
                </a:solidFill>
                <a:latin typeface="Consolas"/>
                <a:ea typeface="Consolas"/>
                <a:cs typeface="Consolas"/>
              </a:defRPr>
            </a:lvl1pPr>
            <a:lvl2pPr>
              <a:defRPr sz="1725" b="0">
                <a:solidFill>
                  <a:srgbClr val="F5F3EE"/>
                </a:solidFill>
                <a:latin typeface="Consolas"/>
                <a:ea typeface="Consolas"/>
                <a:cs typeface="Consolas"/>
              </a:defRPr>
            </a:lvl2pPr>
            <a:lvl3pPr>
              <a:defRPr sz="1725" b="0">
                <a:solidFill>
                  <a:srgbClr val="F5F3EE"/>
                </a:solidFill>
                <a:latin typeface="Consolas"/>
                <a:ea typeface="Consolas"/>
                <a:cs typeface="Consolas"/>
              </a:defRPr>
            </a:lvl3pPr>
            <a:lvl4pPr>
              <a:defRPr sz="1725" b="0">
                <a:solidFill>
                  <a:srgbClr val="F5F3EE"/>
                </a:solidFill>
                <a:latin typeface="Consolas"/>
                <a:ea typeface="Consolas"/>
                <a:cs typeface="Consolas"/>
              </a:defRPr>
            </a:lvl4pPr>
            <a:lvl5pPr>
              <a:defRPr sz="1725" b="0">
                <a:solidFill>
                  <a:srgbClr val="F5F3EE"/>
                </a:solidFill>
                <a:latin typeface="Consolas"/>
                <a:ea typeface="Consolas"/>
                <a:cs typeface="Consolas"/>
              </a:defRPr>
            </a:lvl5pPr>
            <a:lvl6pPr>
              <a:defRPr sz="1725" b="0">
                <a:solidFill>
                  <a:srgbClr val="F5F3EE"/>
                </a:solidFill>
                <a:latin typeface="Consolas"/>
                <a:ea typeface="Consolas"/>
                <a:cs typeface="Consolas"/>
              </a:defRPr>
            </a:lvl6pPr>
            <a:lvl7pPr>
              <a:defRPr sz="1725" b="0">
                <a:solidFill>
                  <a:srgbClr val="F5F3EE"/>
                </a:solidFill>
                <a:latin typeface="Consolas"/>
                <a:ea typeface="Consolas"/>
                <a:cs typeface="Consolas"/>
              </a:defRPr>
            </a:lvl7pPr>
            <a:lvl8pPr>
              <a:defRPr sz="1725" b="0">
                <a:solidFill>
                  <a:srgbClr val="F5F3EE"/>
                </a:solidFill>
                <a:latin typeface="Consolas"/>
                <a:ea typeface="Consolas"/>
                <a:cs typeface="Consolas"/>
              </a:defRPr>
            </a:lvl8pPr>
            <a:lvl9pPr>
              <a:defRPr sz="1725" b="0">
                <a:solidFill>
                  <a:srgbClr val="F5F3EE"/>
                </a:solidFill>
                <a:latin typeface="Consolas"/>
                <a:ea typeface="Consolas"/>
                <a:cs typeface="Consolas"/>
              </a:defRPr>
            </a:lvl9pPr>
          </a:lstStyle>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./.venv/bin/python -c "import qutip; print(qutip.__version__)"</a:t>
            </a:r>
          </a:p>
        </p:txBody>
      </p:sp>
      <p:sp>
        <p:nvSpPr>
          <p:cNvPr id="10" name="">
            <a:extLst xmlns:a="http://schemas.openxmlformats.org/drawingml/2006/main">
              <a:ext uri="{FF2B5EF4-FFF2-40B4-BE49-F238E27FC236}">
                <a16:creationId xmlns:a16="http://schemas.microsoft.com/office/drawing/2014/main" id="{AE59BC74-60FC-46CF-8FE5-996CBEE5AB06}"/>
              </a:ext>
            </a:extLst>
          </p:cNvPr>
          <p:cNvSpPr>
            <a:spLocks xmlns:a="http://schemas.openxmlformats.org/drawingml/2006/main" noGrp="1"/>
          </p:cNvSpPr>
          <p:nvPr/>
        </p:nvSpPr>
        <p:spPr>
          <a:xfrm xmlns:a="http://schemas.openxmlformats.org/drawingml/2006/main">
            <a:off x="609600" y="5762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4A5B6B"/>
                </a:solidFill>
                <a:latin typeface="Arial"/>
                <a:ea typeface="Arial"/>
                <a:cs typeface="Arial"/>
              </a:defRPr>
            </a:defPPr>
            <a:lvl1pPr>
              <a:defRPr sz="1725" b="0">
                <a:solidFill>
                  <a:srgbClr val="4A5B6B"/>
                </a:solidFill>
                <a:latin typeface="Arial"/>
                <a:ea typeface="Arial"/>
                <a:cs typeface="Arial"/>
              </a:defRPr>
            </a:lvl1pPr>
            <a:lvl2pPr>
              <a:defRPr sz="1725" b="0">
                <a:solidFill>
                  <a:srgbClr val="4A5B6B"/>
                </a:solidFill>
                <a:latin typeface="Arial"/>
                <a:ea typeface="Arial"/>
                <a:cs typeface="Arial"/>
              </a:defRPr>
            </a:lvl2pPr>
            <a:lvl3pPr>
              <a:defRPr sz="1725" b="0">
                <a:solidFill>
                  <a:srgbClr val="4A5B6B"/>
                </a:solidFill>
                <a:latin typeface="Arial"/>
                <a:ea typeface="Arial"/>
                <a:cs typeface="Arial"/>
              </a:defRPr>
            </a:lvl3pPr>
            <a:lvl4pPr>
              <a:defRPr sz="1725" b="0">
                <a:solidFill>
                  <a:srgbClr val="4A5B6B"/>
                </a:solidFill>
                <a:latin typeface="Arial"/>
                <a:ea typeface="Arial"/>
                <a:cs typeface="Arial"/>
              </a:defRPr>
            </a:lvl4pPr>
            <a:lvl5pPr>
              <a:defRPr sz="1725" b="0">
                <a:solidFill>
                  <a:srgbClr val="4A5B6B"/>
                </a:solidFill>
                <a:latin typeface="Arial"/>
                <a:ea typeface="Arial"/>
                <a:cs typeface="Arial"/>
              </a:defRPr>
            </a:lvl5pPr>
            <a:lvl6pPr>
              <a:defRPr sz="1725" b="0">
                <a:solidFill>
                  <a:srgbClr val="4A5B6B"/>
                </a:solidFill>
                <a:latin typeface="Arial"/>
                <a:ea typeface="Arial"/>
                <a:cs typeface="Arial"/>
              </a:defRPr>
            </a:lvl6pPr>
            <a:lvl7pPr>
              <a:defRPr sz="1725" b="0">
                <a:solidFill>
                  <a:srgbClr val="4A5B6B"/>
                </a:solidFill>
                <a:latin typeface="Arial"/>
                <a:ea typeface="Arial"/>
                <a:cs typeface="Arial"/>
              </a:defRPr>
            </a:lvl7pPr>
            <a:lvl8pPr>
              <a:defRPr sz="1725" b="0">
                <a:solidFill>
                  <a:srgbClr val="4A5B6B"/>
                </a:solidFill>
                <a:latin typeface="Arial"/>
                <a:ea typeface="Arial"/>
                <a:cs typeface="Arial"/>
              </a:defRPr>
            </a:lvl8pPr>
            <a:lvl9pPr>
              <a:defRPr sz="1725" b="0">
                <a:solidFill>
                  <a:srgbClr val="4A5B6B"/>
                </a:solidFill>
                <a:latin typeface="Arial"/>
                <a:ea typeface="Arial"/>
                <a:cs typeface="Arial"/>
              </a:defRPr>
            </a:lvl9pPr>
          </a:lstStyle>
          <a:p xmlns:a="http://schemas.openxmlformats.org/drawingml/2006/main">
            <a:pPr>
              <a:defRPr sz="1725" b="0">
                <a:solidFill>
                  <a:srgbClr val="4A5B6B"/>
                </a:solidFill>
                <a:latin typeface="Arial"/>
                <a:ea typeface="Arial"/>
                <a:cs typeface="Arial"/>
              </a:defRPr>
            </a:pPr>
            <a:r>
              <a:rPr sz="1725" b="0">
                <a:solidFill>
                  <a:srgbClr val="4A5B6B"/>
                </a:solidFill>
                <a:latin typeface="Arial"/>
                <a:ea typeface="Arial"/>
                <a:cs typeface="Arial"/>
              </a:rPr>
              <a:t>Expected QuTiP version: 5.3.1. Activation is optional with these paths.</a:t>
            </a:r>
          </a:p>
        </p:txBody>
      </p:sp>
      <p:sp>
        <p:nvSpPr>
          <p:cNvPr id="11" name="">
            <a:extLst xmlns:a="http://schemas.openxmlformats.org/drawingml/2006/main">
              <a:ext uri="{FF2B5EF4-FFF2-40B4-BE49-F238E27FC236}">
                <a16:creationId xmlns:a16="http://schemas.microsoft.com/office/drawing/2014/main" id="{39F2E859-350D-47CF-83BC-1BE3B188EA77}"/>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4A5B6B"/>
                </a:solidFill>
                <a:latin typeface="Arial"/>
                <a:ea typeface="Arial"/>
                <a:cs typeface="Arial"/>
              </a:defRPr>
            </a:defPPr>
            <a:lvl1pPr>
              <a:defRPr sz="1200" b="0">
                <a:solidFill>
                  <a:srgbClr val="4A5B6B"/>
                </a:solidFill>
                <a:latin typeface="Arial"/>
                <a:ea typeface="Arial"/>
                <a:cs typeface="Arial"/>
              </a:defRPr>
            </a:lvl1pPr>
            <a:lvl2pPr>
              <a:defRPr sz="1200" b="0">
                <a:solidFill>
                  <a:srgbClr val="4A5B6B"/>
                </a:solidFill>
                <a:latin typeface="Arial"/>
                <a:ea typeface="Arial"/>
                <a:cs typeface="Arial"/>
              </a:defRPr>
            </a:lvl2pPr>
            <a:lvl3pPr>
              <a:defRPr sz="1200" b="0">
                <a:solidFill>
                  <a:srgbClr val="4A5B6B"/>
                </a:solidFill>
                <a:latin typeface="Arial"/>
                <a:ea typeface="Arial"/>
                <a:cs typeface="Arial"/>
              </a:defRPr>
            </a:lvl3pPr>
            <a:lvl4pPr>
              <a:defRPr sz="1200" b="0">
                <a:solidFill>
                  <a:srgbClr val="4A5B6B"/>
                </a:solidFill>
                <a:latin typeface="Arial"/>
                <a:ea typeface="Arial"/>
                <a:cs typeface="Arial"/>
              </a:defRPr>
            </a:lvl4pPr>
            <a:lvl5pPr>
              <a:defRPr sz="1200" b="0">
                <a:solidFill>
                  <a:srgbClr val="4A5B6B"/>
                </a:solidFill>
                <a:latin typeface="Arial"/>
                <a:ea typeface="Arial"/>
                <a:cs typeface="Arial"/>
              </a:defRPr>
            </a:lvl5pPr>
            <a:lvl6pPr>
              <a:defRPr sz="1200" b="0">
                <a:solidFill>
                  <a:srgbClr val="4A5B6B"/>
                </a:solidFill>
                <a:latin typeface="Arial"/>
                <a:ea typeface="Arial"/>
                <a:cs typeface="Arial"/>
              </a:defRPr>
            </a:lvl6pPr>
            <a:lvl7pPr>
              <a:defRPr sz="1200" b="0">
                <a:solidFill>
                  <a:srgbClr val="4A5B6B"/>
                </a:solidFill>
                <a:latin typeface="Arial"/>
                <a:ea typeface="Arial"/>
                <a:cs typeface="Arial"/>
              </a:defRPr>
            </a:lvl7pPr>
            <a:lvl8pPr>
              <a:defRPr sz="1200" b="0">
                <a:solidFill>
                  <a:srgbClr val="4A5B6B"/>
                </a:solidFill>
                <a:latin typeface="Arial"/>
                <a:ea typeface="Arial"/>
                <a:cs typeface="Arial"/>
              </a:defRPr>
            </a:lvl8pPr>
            <a:lvl9pPr>
              <a:defRPr sz="1200" b="0">
                <a:solidFill>
                  <a:srgbClr val="4A5B6B"/>
                </a:solidFill>
                <a:latin typeface="Arial"/>
                <a:ea typeface="Arial"/>
                <a:cs typeface="Arial"/>
              </a:defRPr>
            </a:lvl9pPr>
          </a:lstStyle>
          <a:p xmlns:a="http://schemas.openxmlformats.org/drawingml/2006/main">
            <a:pPr>
              <a:defRPr sz="1200" b="0">
                <a:solidFill>
                  <a:srgbClr val="4A5B6B"/>
                </a:solidFill>
                <a:latin typeface="Arial"/>
                <a:ea typeface="Arial"/>
                <a:cs typeface="Arial"/>
              </a:defRPr>
            </a:pPr>
            <a:r>
              <a:rPr sz="1200" b="0">
                <a:solidFill>
                  <a:srgbClr val="4A5B6B"/>
                </a:solidFill>
                <a:latin typeface="Arial"/>
                <a:ea typeface="Arial"/>
                <a:cs typeface="Arial"/>
              </a:rPr>
              <a:t>06 / 14</a:t>
            </a:r>
          </a:p>
        </p:txBody>
      </p:sp>
    </p:spTree>
    <p:extLst>
      <p:ext uri="{BB962C8B-B14F-4D97-AF65-F5344CB8AC3E}">
        <p14:creationId xmlns:p14="http://schemas.microsoft.com/office/powerpoint/2010/main" val="1173883823"/>
      </p:ext>
    </p:extLst>
  </p:cSld>
</p:sld>
</file>

<file path=ppt/slides/slide7.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20EEB5A-2A00-4108-B2EE-0CBF38F192AD}"/>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168A84"/>
                </a:solidFill>
                <a:latin typeface="Arial"/>
                <a:ea typeface="Arial"/>
                <a:cs typeface="Arial"/>
              </a:defRPr>
            </a:defPPr>
            <a:lvl1pPr>
              <a:defRPr sz="1350" b="1">
                <a:solidFill>
                  <a:srgbClr val="168A84"/>
                </a:solidFill>
                <a:latin typeface="Arial"/>
                <a:ea typeface="Arial"/>
                <a:cs typeface="Arial"/>
              </a:defRPr>
            </a:lvl1pPr>
            <a:lvl2pPr>
              <a:defRPr sz="1350" b="1">
                <a:solidFill>
                  <a:srgbClr val="168A84"/>
                </a:solidFill>
                <a:latin typeface="Arial"/>
                <a:ea typeface="Arial"/>
                <a:cs typeface="Arial"/>
              </a:defRPr>
            </a:lvl2pPr>
            <a:lvl3pPr>
              <a:defRPr sz="1350" b="1">
                <a:solidFill>
                  <a:srgbClr val="168A84"/>
                </a:solidFill>
                <a:latin typeface="Arial"/>
                <a:ea typeface="Arial"/>
                <a:cs typeface="Arial"/>
              </a:defRPr>
            </a:lvl3pPr>
            <a:lvl4pPr>
              <a:defRPr sz="1350" b="1">
                <a:solidFill>
                  <a:srgbClr val="168A84"/>
                </a:solidFill>
                <a:latin typeface="Arial"/>
                <a:ea typeface="Arial"/>
                <a:cs typeface="Arial"/>
              </a:defRPr>
            </a:lvl4pPr>
            <a:lvl5pPr>
              <a:defRPr sz="1350" b="1">
                <a:solidFill>
                  <a:srgbClr val="168A84"/>
                </a:solidFill>
                <a:latin typeface="Arial"/>
                <a:ea typeface="Arial"/>
                <a:cs typeface="Arial"/>
              </a:defRPr>
            </a:lvl5pPr>
            <a:lvl6pPr>
              <a:defRPr sz="1350" b="1">
                <a:solidFill>
                  <a:srgbClr val="168A84"/>
                </a:solidFill>
                <a:latin typeface="Arial"/>
                <a:ea typeface="Arial"/>
                <a:cs typeface="Arial"/>
              </a:defRPr>
            </a:lvl6pPr>
            <a:lvl7pPr>
              <a:defRPr sz="1350" b="1">
                <a:solidFill>
                  <a:srgbClr val="168A84"/>
                </a:solidFill>
                <a:latin typeface="Arial"/>
                <a:ea typeface="Arial"/>
                <a:cs typeface="Arial"/>
              </a:defRPr>
            </a:lvl7pPr>
            <a:lvl8pPr>
              <a:defRPr sz="1350" b="1">
                <a:solidFill>
                  <a:srgbClr val="168A84"/>
                </a:solidFill>
                <a:latin typeface="Arial"/>
                <a:ea typeface="Arial"/>
                <a:cs typeface="Arial"/>
              </a:defRPr>
            </a:lvl8pPr>
            <a:lvl9pPr>
              <a:defRPr sz="1350" b="1">
                <a:solidFill>
                  <a:srgbClr val="168A84"/>
                </a:solidFill>
                <a:latin typeface="Arial"/>
                <a:ea typeface="Arial"/>
                <a:cs typeface="Arial"/>
              </a:defRPr>
            </a:lvl9pPr>
          </a:lstStyle>
          <a:p xmlns:a="http://schemas.openxmlformats.org/drawingml/2006/main">
            <a:pPr>
              <a:defRPr sz="1350" b="1">
                <a:solidFill>
                  <a:srgbClr val="168A84"/>
                </a:solidFill>
                <a:latin typeface="Arial"/>
                <a:ea typeface="Arial"/>
                <a:cs typeface="Arial"/>
              </a:defRPr>
            </a:pPr>
            <a:r>
              <a:rPr sz="1350" b="1">
                <a:solidFill>
                  <a:srgbClr val="168A84"/>
                </a:solidFill>
                <a:latin typeface="Arial"/>
                <a:ea typeface="Arial"/>
                <a:cs typeface="Arial"/>
              </a:rPr>
              <a:t>S00  /  ORIENTATION</a:t>
            </a:r>
          </a:p>
        </p:txBody>
      </p:sp>
      <p:sp>
        <p:nvSpPr>
          <p:cNvPr id="3" name="">
            <a:extLst xmlns:a="http://schemas.openxmlformats.org/drawingml/2006/main">
              <a:ext uri="{FF2B5EF4-FFF2-40B4-BE49-F238E27FC236}">
                <a16:creationId xmlns:a16="http://schemas.microsoft.com/office/drawing/2014/main" id="{E1A6664A-C226-48E7-8347-339414541740}"/>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4233B"/>
                </a:solidFill>
                <a:latin typeface="Arial"/>
                <a:ea typeface="Arial"/>
                <a:cs typeface="Arial"/>
              </a:defRPr>
            </a:defPPr>
            <a:lvl1pPr>
              <a:defRPr sz="3300" b="1">
                <a:solidFill>
                  <a:srgbClr val="14233B"/>
                </a:solidFill>
                <a:latin typeface="Arial"/>
                <a:ea typeface="Arial"/>
                <a:cs typeface="Arial"/>
              </a:defRPr>
            </a:lvl1pPr>
            <a:lvl2pPr>
              <a:defRPr sz="3300" b="1">
                <a:solidFill>
                  <a:srgbClr val="14233B"/>
                </a:solidFill>
                <a:latin typeface="Arial"/>
                <a:ea typeface="Arial"/>
                <a:cs typeface="Arial"/>
              </a:defRPr>
            </a:lvl2pPr>
            <a:lvl3pPr>
              <a:defRPr sz="3300" b="1">
                <a:solidFill>
                  <a:srgbClr val="14233B"/>
                </a:solidFill>
                <a:latin typeface="Arial"/>
                <a:ea typeface="Arial"/>
                <a:cs typeface="Arial"/>
              </a:defRPr>
            </a:lvl3pPr>
            <a:lvl4pPr>
              <a:defRPr sz="3300" b="1">
                <a:solidFill>
                  <a:srgbClr val="14233B"/>
                </a:solidFill>
                <a:latin typeface="Arial"/>
                <a:ea typeface="Arial"/>
                <a:cs typeface="Arial"/>
              </a:defRPr>
            </a:lvl4pPr>
            <a:lvl5pPr>
              <a:defRPr sz="3300" b="1">
                <a:solidFill>
                  <a:srgbClr val="14233B"/>
                </a:solidFill>
                <a:latin typeface="Arial"/>
                <a:ea typeface="Arial"/>
                <a:cs typeface="Arial"/>
              </a:defRPr>
            </a:lvl5pPr>
            <a:lvl6pPr>
              <a:defRPr sz="3300" b="1">
                <a:solidFill>
                  <a:srgbClr val="14233B"/>
                </a:solidFill>
                <a:latin typeface="Arial"/>
                <a:ea typeface="Arial"/>
                <a:cs typeface="Arial"/>
              </a:defRPr>
            </a:lvl6pPr>
            <a:lvl7pPr>
              <a:defRPr sz="3300" b="1">
                <a:solidFill>
                  <a:srgbClr val="14233B"/>
                </a:solidFill>
                <a:latin typeface="Arial"/>
                <a:ea typeface="Arial"/>
                <a:cs typeface="Arial"/>
              </a:defRPr>
            </a:lvl7pPr>
            <a:lvl8pPr>
              <a:defRPr sz="3300" b="1">
                <a:solidFill>
                  <a:srgbClr val="14233B"/>
                </a:solidFill>
                <a:latin typeface="Arial"/>
                <a:ea typeface="Arial"/>
                <a:cs typeface="Arial"/>
              </a:defRPr>
            </a:lvl8pPr>
            <a:lvl9pPr>
              <a:defRPr sz="3300" b="1">
                <a:solidFill>
                  <a:srgbClr val="14233B"/>
                </a:solidFill>
                <a:latin typeface="Arial"/>
                <a:ea typeface="Arial"/>
                <a:cs typeface="Arial"/>
              </a:defRPr>
            </a:lvl9pPr>
          </a:lstStyle>
          <a:p xmlns:a="http://schemas.openxmlformats.org/drawingml/2006/main">
            <a:pPr>
              <a:defRPr sz="3300" b="1">
                <a:solidFill>
                  <a:srgbClr val="14233B"/>
                </a:solidFill>
                <a:latin typeface="Arial"/>
                <a:ea typeface="Arial"/>
                <a:cs typeface="Arial"/>
              </a:defRPr>
            </a:pPr>
            <a:r>
              <a:rPr sz="3300" b="1">
                <a:solidFill>
                  <a:srgbClr val="14233B"/>
                </a:solidFill>
                <a:latin typeface="Arial"/>
                <a:ea typeface="Arial"/>
                <a:cs typeface="Arial"/>
              </a:rPr>
              <a:t>Repository map</a:t>
            </a:r>
          </a:p>
        </p:txBody>
      </p:sp>
      <p:sp>
        <p:nvSpPr>
          <p:cNvPr id="4" name="">
            <a:extLst xmlns:a="http://schemas.openxmlformats.org/drawingml/2006/main">
              <a:ext uri="{FF2B5EF4-FFF2-40B4-BE49-F238E27FC236}">
                <a16:creationId xmlns:a16="http://schemas.microsoft.com/office/drawing/2014/main" id="{A7790D55-FD2D-4AE8-A51C-30AE4FF73737}"/>
              </a:ext>
            </a:extLst>
          </p:cNvPr>
          <p:cNvSpPr>
            <a:spLocks xmlns:a="http://schemas.openxmlformats.org/drawingml/2006/main" noGrp="1"/>
          </p:cNvSpPr>
          <p:nvPr/>
        </p:nvSpPr>
        <p:spPr>
          <a:xfrm xmlns:a="http://schemas.openxmlformats.org/drawingml/2006/main">
            <a:off x="609600" y="1666875"/>
            <a:ext cx="419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lessons/</a:t>
            </a:r>
          </a:p>
        </p:txBody>
      </p:sp>
      <p:sp>
        <p:nvSpPr>
          <p:cNvPr id="5" name="">
            <a:extLst xmlns:a="http://schemas.openxmlformats.org/drawingml/2006/main">
              <a:ext uri="{FF2B5EF4-FFF2-40B4-BE49-F238E27FC236}">
                <a16:creationId xmlns:a16="http://schemas.microsoft.com/office/drawing/2014/main" id="{E0E375EB-1FB9-4052-B871-8586A6E78F43}"/>
              </a:ext>
            </a:extLst>
          </p:cNvPr>
          <p:cNvSpPr>
            <a:spLocks xmlns:a="http://schemas.openxmlformats.org/drawingml/2006/main" noGrp="1"/>
          </p:cNvSpPr>
          <p:nvPr/>
        </p:nvSpPr>
        <p:spPr>
          <a:xfrm xmlns:a="http://schemas.openxmlformats.org/drawingml/2006/main">
            <a:off x="4953000" y="1666875"/>
            <a:ext cx="647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Concept explanations and worked examples</a:t>
            </a:r>
          </a:p>
        </p:txBody>
      </p:sp>
      <p:sp>
        <p:nvSpPr>
          <p:cNvPr id="6" name="">
            <a:extLst xmlns:a="http://schemas.openxmlformats.org/drawingml/2006/main">
              <a:ext uri="{FF2B5EF4-FFF2-40B4-BE49-F238E27FC236}">
                <a16:creationId xmlns:a16="http://schemas.microsoft.com/office/drawing/2014/main" id="{5179362E-2759-4B0B-9472-81C6F1515F15}"/>
              </a:ext>
            </a:extLst>
          </p:cNvPr>
          <p:cNvSpPr>
            <a:spLocks xmlns:a="http://schemas.openxmlformats.org/drawingml/2006/main" noGrp="1"/>
          </p:cNvSpPr>
          <p:nvPr/>
        </p:nvSpPr>
        <p:spPr>
          <a:xfrm xmlns:a="http://schemas.openxmlformats.org/drawingml/2006/main">
            <a:off x="609600" y="2409825"/>
            <a:ext cx="419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exercises/</a:t>
            </a:r>
          </a:p>
        </p:txBody>
      </p:sp>
      <p:sp>
        <p:nvSpPr>
          <p:cNvPr id="7" name="">
            <a:extLst xmlns:a="http://schemas.openxmlformats.org/drawingml/2006/main">
              <a:ext uri="{FF2B5EF4-FFF2-40B4-BE49-F238E27FC236}">
                <a16:creationId xmlns:a16="http://schemas.microsoft.com/office/drawing/2014/main" id="{06D8C345-6441-4A61-BF5D-13B55A6E25F0}"/>
              </a:ext>
            </a:extLst>
          </p:cNvPr>
          <p:cNvSpPr>
            <a:spLocks xmlns:a="http://schemas.openxmlformats.org/drawingml/2006/main" noGrp="1"/>
          </p:cNvSpPr>
          <p:nvPr/>
        </p:nvSpPr>
        <p:spPr>
          <a:xfrm xmlns:a="http://schemas.openxmlformats.org/drawingml/2006/main">
            <a:off x="4953000" y="2409825"/>
            <a:ext cx="647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Tasks, starters and reference solutions</a:t>
            </a:r>
          </a:p>
        </p:txBody>
      </p:sp>
      <p:sp>
        <p:nvSpPr>
          <p:cNvPr id="8" name="">
            <a:extLst xmlns:a="http://schemas.openxmlformats.org/drawingml/2006/main">
              <a:ext uri="{FF2B5EF4-FFF2-40B4-BE49-F238E27FC236}">
                <a16:creationId xmlns:a16="http://schemas.microsoft.com/office/drawing/2014/main" id="{ECF243C3-B89C-417E-BF7B-ABA49683EE3B}"/>
              </a:ext>
            </a:extLst>
          </p:cNvPr>
          <p:cNvSpPr>
            <a:spLocks xmlns:a="http://schemas.openxmlformats.org/drawingml/2006/main" noGrp="1"/>
          </p:cNvSpPr>
          <p:nvPr/>
        </p:nvSpPr>
        <p:spPr>
          <a:xfrm xmlns:a="http://schemas.openxmlformats.org/drawingml/2006/main">
            <a:off x="609600" y="3152775"/>
            <a:ext cx="419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src/qubit_course/</a:t>
            </a:r>
          </a:p>
        </p:txBody>
      </p:sp>
      <p:sp>
        <p:nvSpPr>
          <p:cNvPr id="9" name="">
            <a:extLst xmlns:a="http://schemas.openxmlformats.org/drawingml/2006/main">
              <a:ext uri="{FF2B5EF4-FFF2-40B4-BE49-F238E27FC236}">
                <a16:creationId xmlns:a16="http://schemas.microsoft.com/office/drawing/2014/main" id="{4C394A00-E9FA-402A-8F3A-ED6B94467460}"/>
              </a:ext>
            </a:extLst>
          </p:cNvPr>
          <p:cNvSpPr>
            <a:spLocks xmlns:a="http://schemas.openxmlformats.org/drawingml/2006/main" noGrp="1"/>
          </p:cNvSpPr>
          <p:nvPr/>
        </p:nvSpPr>
        <p:spPr>
          <a:xfrm xmlns:a="http://schemas.openxmlformats.org/drawingml/2006/main">
            <a:off x="4953000" y="3152775"/>
            <a:ext cx="647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Reusable models, experiments and command line tools</a:t>
            </a:r>
          </a:p>
        </p:txBody>
      </p:sp>
      <p:sp>
        <p:nvSpPr>
          <p:cNvPr id="10" name="">
            <a:extLst xmlns:a="http://schemas.openxmlformats.org/drawingml/2006/main">
              <a:ext uri="{FF2B5EF4-FFF2-40B4-BE49-F238E27FC236}">
                <a16:creationId xmlns:a16="http://schemas.microsoft.com/office/drawing/2014/main" id="{C5F7CD41-9974-4C19-B0DE-F10A7DD6211A}"/>
              </a:ext>
            </a:extLst>
          </p:cNvPr>
          <p:cNvSpPr>
            <a:spLocks xmlns:a="http://schemas.openxmlformats.org/drawingml/2006/main" noGrp="1"/>
          </p:cNvSpPr>
          <p:nvPr/>
        </p:nvSpPr>
        <p:spPr>
          <a:xfrm xmlns:a="http://schemas.openxmlformats.org/drawingml/2006/main">
            <a:off x="609600" y="3895725"/>
            <a:ext cx="419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tests/</a:t>
            </a:r>
          </a:p>
        </p:txBody>
      </p:sp>
      <p:sp>
        <p:nvSpPr>
          <p:cNvPr id="11" name="">
            <a:extLst xmlns:a="http://schemas.openxmlformats.org/drawingml/2006/main">
              <a:ext uri="{FF2B5EF4-FFF2-40B4-BE49-F238E27FC236}">
                <a16:creationId xmlns:a16="http://schemas.microsoft.com/office/drawing/2014/main" id="{EB86BA90-4608-4116-8F2E-86FB3180CFCD}"/>
              </a:ext>
            </a:extLst>
          </p:cNvPr>
          <p:cNvSpPr>
            <a:spLocks xmlns:a="http://schemas.openxmlformats.org/drawingml/2006/main" noGrp="1"/>
          </p:cNvSpPr>
          <p:nvPr/>
        </p:nvSpPr>
        <p:spPr>
          <a:xfrm xmlns:a="http://schemas.openxmlformats.org/drawingml/2006/main">
            <a:off x="4953000" y="3895725"/>
            <a:ext cx="647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Automated checks of numerical behavior</a:t>
            </a:r>
          </a:p>
        </p:txBody>
      </p:sp>
      <p:sp>
        <p:nvSpPr>
          <p:cNvPr id="12" name="">
            <a:extLst xmlns:a="http://schemas.openxmlformats.org/drawingml/2006/main">
              <a:ext uri="{FF2B5EF4-FFF2-40B4-BE49-F238E27FC236}">
                <a16:creationId xmlns:a16="http://schemas.microsoft.com/office/drawing/2014/main" id="{58490417-0DF6-4562-A99A-9D0B3BA0B302}"/>
              </a:ext>
            </a:extLst>
          </p:cNvPr>
          <p:cNvSpPr>
            <a:spLocks xmlns:a="http://schemas.openxmlformats.org/drawingml/2006/main" noGrp="1"/>
          </p:cNvSpPr>
          <p:nvPr/>
        </p:nvSpPr>
        <p:spPr>
          <a:xfrm xmlns:a="http://schemas.openxmlformats.org/drawingml/2006/main">
            <a:off x="609600" y="4638675"/>
            <a:ext cx="419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runs/</a:t>
            </a:r>
          </a:p>
        </p:txBody>
      </p:sp>
      <p:sp>
        <p:nvSpPr>
          <p:cNvPr id="13" name="">
            <a:extLst xmlns:a="http://schemas.openxmlformats.org/drawingml/2006/main">
              <a:ext uri="{FF2B5EF4-FFF2-40B4-BE49-F238E27FC236}">
                <a16:creationId xmlns:a16="http://schemas.microsoft.com/office/drawing/2014/main" id="{77869464-6B2A-4994-A9C6-3D5F37370976}"/>
              </a:ext>
            </a:extLst>
          </p:cNvPr>
          <p:cNvSpPr>
            <a:spLocks xmlns:a="http://schemas.openxmlformats.org/drawingml/2006/main" noGrp="1"/>
          </p:cNvSpPr>
          <p:nvPr/>
        </p:nvSpPr>
        <p:spPr>
          <a:xfrm xmlns:a="http://schemas.openxmlformats.org/drawingml/2006/main">
            <a:off x="4953000" y="4638675"/>
            <a:ext cx="647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Generated experiment outputs</a:t>
            </a:r>
          </a:p>
        </p:txBody>
      </p:sp>
      <p:sp>
        <p:nvSpPr>
          <p:cNvPr id="14" name="">
            <a:extLst xmlns:a="http://schemas.openxmlformats.org/drawingml/2006/main">
              <a:ext uri="{FF2B5EF4-FFF2-40B4-BE49-F238E27FC236}">
                <a16:creationId xmlns:a16="http://schemas.microsoft.com/office/drawing/2014/main" id="{D40856A1-A75F-41DE-BDF8-26E2BF09B437}"/>
              </a:ext>
            </a:extLst>
          </p:cNvPr>
          <p:cNvSpPr>
            <a:spLocks xmlns:a="http://schemas.openxmlformats.org/drawingml/2006/main" noGrp="1"/>
          </p:cNvSpPr>
          <p:nvPr/>
        </p:nvSpPr>
        <p:spPr>
          <a:xfrm xmlns:a="http://schemas.openxmlformats.org/drawingml/2006/main">
            <a:off x="609600" y="5762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4A5B6B"/>
                </a:solidFill>
                <a:latin typeface="Arial"/>
                <a:ea typeface="Arial"/>
                <a:cs typeface="Arial"/>
              </a:defRPr>
            </a:defPPr>
            <a:lvl1pPr>
              <a:defRPr sz="1725" b="0">
                <a:solidFill>
                  <a:srgbClr val="4A5B6B"/>
                </a:solidFill>
                <a:latin typeface="Arial"/>
                <a:ea typeface="Arial"/>
                <a:cs typeface="Arial"/>
              </a:defRPr>
            </a:lvl1pPr>
            <a:lvl2pPr>
              <a:defRPr sz="1725" b="0">
                <a:solidFill>
                  <a:srgbClr val="4A5B6B"/>
                </a:solidFill>
                <a:latin typeface="Arial"/>
                <a:ea typeface="Arial"/>
                <a:cs typeface="Arial"/>
              </a:defRPr>
            </a:lvl2pPr>
            <a:lvl3pPr>
              <a:defRPr sz="1725" b="0">
                <a:solidFill>
                  <a:srgbClr val="4A5B6B"/>
                </a:solidFill>
                <a:latin typeface="Arial"/>
                <a:ea typeface="Arial"/>
                <a:cs typeface="Arial"/>
              </a:defRPr>
            </a:lvl3pPr>
            <a:lvl4pPr>
              <a:defRPr sz="1725" b="0">
                <a:solidFill>
                  <a:srgbClr val="4A5B6B"/>
                </a:solidFill>
                <a:latin typeface="Arial"/>
                <a:ea typeface="Arial"/>
                <a:cs typeface="Arial"/>
              </a:defRPr>
            </a:lvl4pPr>
            <a:lvl5pPr>
              <a:defRPr sz="1725" b="0">
                <a:solidFill>
                  <a:srgbClr val="4A5B6B"/>
                </a:solidFill>
                <a:latin typeface="Arial"/>
                <a:ea typeface="Arial"/>
                <a:cs typeface="Arial"/>
              </a:defRPr>
            </a:lvl5pPr>
            <a:lvl6pPr>
              <a:defRPr sz="1725" b="0">
                <a:solidFill>
                  <a:srgbClr val="4A5B6B"/>
                </a:solidFill>
                <a:latin typeface="Arial"/>
                <a:ea typeface="Arial"/>
                <a:cs typeface="Arial"/>
              </a:defRPr>
            </a:lvl6pPr>
            <a:lvl7pPr>
              <a:defRPr sz="1725" b="0">
                <a:solidFill>
                  <a:srgbClr val="4A5B6B"/>
                </a:solidFill>
                <a:latin typeface="Arial"/>
                <a:ea typeface="Arial"/>
                <a:cs typeface="Arial"/>
              </a:defRPr>
            </a:lvl7pPr>
            <a:lvl8pPr>
              <a:defRPr sz="1725" b="0">
                <a:solidFill>
                  <a:srgbClr val="4A5B6B"/>
                </a:solidFill>
                <a:latin typeface="Arial"/>
                <a:ea typeface="Arial"/>
                <a:cs typeface="Arial"/>
              </a:defRPr>
            </a:lvl8pPr>
            <a:lvl9pPr>
              <a:defRPr sz="1725" b="0">
                <a:solidFill>
                  <a:srgbClr val="4A5B6B"/>
                </a:solidFill>
                <a:latin typeface="Arial"/>
                <a:ea typeface="Arial"/>
                <a:cs typeface="Arial"/>
              </a:defRPr>
            </a:lvl9pPr>
          </a:lstStyle>
          <a:p xmlns:a="http://schemas.openxmlformats.org/drawingml/2006/main">
            <a:pPr>
              <a:defRPr sz="1725" b="0">
                <a:solidFill>
                  <a:srgbClr val="4A5B6B"/>
                </a:solidFill>
                <a:latin typeface="Arial"/>
                <a:ea typeface="Arial"/>
                <a:cs typeface="Arial"/>
              </a:defRPr>
            </a:pPr>
            <a:r>
              <a:rPr sz="1725" b="0">
                <a:solidFill>
                  <a:srgbClr val="4A5B6B"/>
                </a:solidFill>
                <a:latin typeface="Arial"/>
                <a:ea typeface="Arial"/>
                <a:cs typeface="Arial"/>
              </a:rPr>
              <a:t>Edit source files in the checkout. Treat .venv as disposable.</a:t>
            </a:r>
          </a:p>
        </p:txBody>
      </p:sp>
      <p:sp>
        <p:nvSpPr>
          <p:cNvPr id="15" name="">
            <a:extLst xmlns:a="http://schemas.openxmlformats.org/drawingml/2006/main">
              <a:ext uri="{FF2B5EF4-FFF2-40B4-BE49-F238E27FC236}">
                <a16:creationId xmlns:a16="http://schemas.microsoft.com/office/drawing/2014/main" id="{01BC06A5-FA22-4489-93DC-F410235A5209}"/>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4A5B6B"/>
                </a:solidFill>
                <a:latin typeface="Arial"/>
                <a:ea typeface="Arial"/>
                <a:cs typeface="Arial"/>
              </a:defRPr>
            </a:defPPr>
            <a:lvl1pPr>
              <a:defRPr sz="1200" b="0">
                <a:solidFill>
                  <a:srgbClr val="4A5B6B"/>
                </a:solidFill>
                <a:latin typeface="Arial"/>
                <a:ea typeface="Arial"/>
                <a:cs typeface="Arial"/>
              </a:defRPr>
            </a:lvl1pPr>
            <a:lvl2pPr>
              <a:defRPr sz="1200" b="0">
                <a:solidFill>
                  <a:srgbClr val="4A5B6B"/>
                </a:solidFill>
                <a:latin typeface="Arial"/>
                <a:ea typeface="Arial"/>
                <a:cs typeface="Arial"/>
              </a:defRPr>
            </a:lvl2pPr>
            <a:lvl3pPr>
              <a:defRPr sz="1200" b="0">
                <a:solidFill>
                  <a:srgbClr val="4A5B6B"/>
                </a:solidFill>
                <a:latin typeface="Arial"/>
                <a:ea typeface="Arial"/>
                <a:cs typeface="Arial"/>
              </a:defRPr>
            </a:lvl3pPr>
            <a:lvl4pPr>
              <a:defRPr sz="1200" b="0">
                <a:solidFill>
                  <a:srgbClr val="4A5B6B"/>
                </a:solidFill>
                <a:latin typeface="Arial"/>
                <a:ea typeface="Arial"/>
                <a:cs typeface="Arial"/>
              </a:defRPr>
            </a:lvl4pPr>
            <a:lvl5pPr>
              <a:defRPr sz="1200" b="0">
                <a:solidFill>
                  <a:srgbClr val="4A5B6B"/>
                </a:solidFill>
                <a:latin typeface="Arial"/>
                <a:ea typeface="Arial"/>
                <a:cs typeface="Arial"/>
              </a:defRPr>
            </a:lvl5pPr>
            <a:lvl6pPr>
              <a:defRPr sz="1200" b="0">
                <a:solidFill>
                  <a:srgbClr val="4A5B6B"/>
                </a:solidFill>
                <a:latin typeface="Arial"/>
                <a:ea typeface="Arial"/>
                <a:cs typeface="Arial"/>
              </a:defRPr>
            </a:lvl6pPr>
            <a:lvl7pPr>
              <a:defRPr sz="1200" b="0">
                <a:solidFill>
                  <a:srgbClr val="4A5B6B"/>
                </a:solidFill>
                <a:latin typeface="Arial"/>
                <a:ea typeface="Arial"/>
                <a:cs typeface="Arial"/>
              </a:defRPr>
            </a:lvl7pPr>
            <a:lvl8pPr>
              <a:defRPr sz="1200" b="0">
                <a:solidFill>
                  <a:srgbClr val="4A5B6B"/>
                </a:solidFill>
                <a:latin typeface="Arial"/>
                <a:ea typeface="Arial"/>
                <a:cs typeface="Arial"/>
              </a:defRPr>
            </a:lvl8pPr>
            <a:lvl9pPr>
              <a:defRPr sz="1200" b="0">
                <a:solidFill>
                  <a:srgbClr val="4A5B6B"/>
                </a:solidFill>
                <a:latin typeface="Arial"/>
                <a:ea typeface="Arial"/>
                <a:cs typeface="Arial"/>
              </a:defRPr>
            </a:lvl9pPr>
          </a:lstStyle>
          <a:p xmlns:a="http://schemas.openxmlformats.org/drawingml/2006/main">
            <a:pPr>
              <a:defRPr sz="1200" b="0">
                <a:solidFill>
                  <a:srgbClr val="4A5B6B"/>
                </a:solidFill>
                <a:latin typeface="Arial"/>
                <a:ea typeface="Arial"/>
                <a:cs typeface="Arial"/>
              </a:defRPr>
            </a:pPr>
            <a:r>
              <a:rPr sz="1200" b="0">
                <a:solidFill>
                  <a:srgbClr val="4A5B6B"/>
                </a:solidFill>
                <a:latin typeface="Arial"/>
                <a:ea typeface="Arial"/>
                <a:cs typeface="Arial"/>
              </a:rPr>
              <a:t>07 / 14</a:t>
            </a:r>
          </a:p>
        </p:txBody>
      </p:sp>
    </p:spTree>
    <p:extLst>
      <p:ext uri="{BB962C8B-B14F-4D97-AF65-F5344CB8AC3E}">
        <p14:creationId xmlns:p14="http://schemas.microsoft.com/office/powerpoint/2010/main" val="725053453"/>
      </p:ext>
    </p:extLst>
  </p:cSld>
</p:sld>
</file>

<file path=ppt/slides/slide8.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CC9265A-8641-4344-B7C5-895A8778574D}"/>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168A84"/>
                </a:solidFill>
                <a:latin typeface="Arial"/>
                <a:ea typeface="Arial"/>
                <a:cs typeface="Arial"/>
              </a:defRPr>
            </a:defPPr>
            <a:lvl1pPr>
              <a:defRPr sz="1350" b="1">
                <a:solidFill>
                  <a:srgbClr val="168A84"/>
                </a:solidFill>
                <a:latin typeface="Arial"/>
                <a:ea typeface="Arial"/>
                <a:cs typeface="Arial"/>
              </a:defRPr>
            </a:lvl1pPr>
            <a:lvl2pPr>
              <a:defRPr sz="1350" b="1">
                <a:solidFill>
                  <a:srgbClr val="168A84"/>
                </a:solidFill>
                <a:latin typeface="Arial"/>
                <a:ea typeface="Arial"/>
                <a:cs typeface="Arial"/>
              </a:defRPr>
            </a:lvl2pPr>
            <a:lvl3pPr>
              <a:defRPr sz="1350" b="1">
                <a:solidFill>
                  <a:srgbClr val="168A84"/>
                </a:solidFill>
                <a:latin typeface="Arial"/>
                <a:ea typeface="Arial"/>
                <a:cs typeface="Arial"/>
              </a:defRPr>
            </a:lvl3pPr>
            <a:lvl4pPr>
              <a:defRPr sz="1350" b="1">
                <a:solidFill>
                  <a:srgbClr val="168A84"/>
                </a:solidFill>
                <a:latin typeface="Arial"/>
                <a:ea typeface="Arial"/>
                <a:cs typeface="Arial"/>
              </a:defRPr>
            </a:lvl4pPr>
            <a:lvl5pPr>
              <a:defRPr sz="1350" b="1">
                <a:solidFill>
                  <a:srgbClr val="168A84"/>
                </a:solidFill>
                <a:latin typeface="Arial"/>
                <a:ea typeface="Arial"/>
                <a:cs typeface="Arial"/>
              </a:defRPr>
            </a:lvl5pPr>
            <a:lvl6pPr>
              <a:defRPr sz="1350" b="1">
                <a:solidFill>
                  <a:srgbClr val="168A84"/>
                </a:solidFill>
                <a:latin typeface="Arial"/>
                <a:ea typeface="Arial"/>
                <a:cs typeface="Arial"/>
              </a:defRPr>
            </a:lvl6pPr>
            <a:lvl7pPr>
              <a:defRPr sz="1350" b="1">
                <a:solidFill>
                  <a:srgbClr val="168A84"/>
                </a:solidFill>
                <a:latin typeface="Arial"/>
                <a:ea typeface="Arial"/>
                <a:cs typeface="Arial"/>
              </a:defRPr>
            </a:lvl7pPr>
            <a:lvl8pPr>
              <a:defRPr sz="1350" b="1">
                <a:solidFill>
                  <a:srgbClr val="168A84"/>
                </a:solidFill>
                <a:latin typeface="Arial"/>
                <a:ea typeface="Arial"/>
                <a:cs typeface="Arial"/>
              </a:defRPr>
            </a:lvl8pPr>
            <a:lvl9pPr>
              <a:defRPr sz="1350" b="1">
                <a:solidFill>
                  <a:srgbClr val="168A84"/>
                </a:solidFill>
                <a:latin typeface="Arial"/>
                <a:ea typeface="Arial"/>
                <a:cs typeface="Arial"/>
              </a:defRPr>
            </a:lvl9pPr>
          </a:lstStyle>
          <a:p xmlns:a="http://schemas.openxmlformats.org/drawingml/2006/main">
            <a:pPr>
              <a:defRPr sz="1350" b="1">
                <a:solidFill>
                  <a:srgbClr val="168A84"/>
                </a:solidFill>
                <a:latin typeface="Arial"/>
                <a:ea typeface="Arial"/>
                <a:cs typeface="Arial"/>
              </a:defRPr>
            </a:pPr>
            <a:r>
              <a:rPr sz="1350" b="1">
                <a:solidFill>
                  <a:srgbClr val="168A84"/>
                </a:solidFill>
                <a:latin typeface="Arial"/>
                <a:ea typeface="Arial"/>
                <a:cs typeface="Arial"/>
              </a:rPr>
              <a:t>S00  /  ORIENTATION</a:t>
            </a:r>
          </a:p>
        </p:txBody>
      </p:sp>
      <p:sp>
        <p:nvSpPr>
          <p:cNvPr id="3" name="">
            <a:extLst xmlns:a="http://schemas.openxmlformats.org/drawingml/2006/main">
              <a:ext uri="{FF2B5EF4-FFF2-40B4-BE49-F238E27FC236}">
                <a16:creationId xmlns:a16="http://schemas.microsoft.com/office/drawing/2014/main" id="{D7BE4502-E3B8-4AE6-9164-F0CF1D04029F}"/>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4233B"/>
                </a:solidFill>
                <a:latin typeface="Arial"/>
                <a:ea typeface="Arial"/>
                <a:cs typeface="Arial"/>
              </a:defRPr>
            </a:defPPr>
            <a:lvl1pPr>
              <a:defRPr sz="3300" b="1">
                <a:solidFill>
                  <a:srgbClr val="14233B"/>
                </a:solidFill>
                <a:latin typeface="Arial"/>
                <a:ea typeface="Arial"/>
                <a:cs typeface="Arial"/>
              </a:defRPr>
            </a:lvl1pPr>
            <a:lvl2pPr>
              <a:defRPr sz="3300" b="1">
                <a:solidFill>
                  <a:srgbClr val="14233B"/>
                </a:solidFill>
                <a:latin typeface="Arial"/>
                <a:ea typeface="Arial"/>
                <a:cs typeface="Arial"/>
              </a:defRPr>
            </a:lvl2pPr>
            <a:lvl3pPr>
              <a:defRPr sz="3300" b="1">
                <a:solidFill>
                  <a:srgbClr val="14233B"/>
                </a:solidFill>
                <a:latin typeface="Arial"/>
                <a:ea typeface="Arial"/>
                <a:cs typeface="Arial"/>
              </a:defRPr>
            </a:lvl3pPr>
            <a:lvl4pPr>
              <a:defRPr sz="3300" b="1">
                <a:solidFill>
                  <a:srgbClr val="14233B"/>
                </a:solidFill>
                <a:latin typeface="Arial"/>
                <a:ea typeface="Arial"/>
                <a:cs typeface="Arial"/>
              </a:defRPr>
            </a:lvl4pPr>
            <a:lvl5pPr>
              <a:defRPr sz="3300" b="1">
                <a:solidFill>
                  <a:srgbClr val="14233B"/>
                </a:solidFill>
                <a:latin typeface="Arial"/>
                <a:ea typeface="Arial"/>
                <a:cs typeface="Arial"/>
              </a:defRPr>
            </a:lvl5pPr>
            <a:lvl6pPr>
              <a:defRPr sz="3300" b="1">
                <a:solidFill>
                  <a:srgbClr val="14233B"/>
                </a:solidFill>
                <a:latin typeface="Arial"/>
                <a:ea typeface="Arial"/>
                <a:cs typeface="Arial"/>
              </a:defRPr>
            </a:lvl6pPr>
            <a:lvl7pPr>
              <a:defRPr sz="3300" b="1">
                <a:solidFill>
                  <a:srgbClr val="14233B"/>
                </a:solidFill>
                <a:latin typeface="Arial"/>
                <a:ea typeface="Arial"/>
                <a:cs typeface="Arial"/>
              </a:defRPr>
            </a:lvl7pPr>
            <a:lvl8pPr>
              <a:defRPr sz="3300" b="1">
                <a:solidFill>
                  <a:srgbClr val="14233B"/>
                </a:solidFill>
                <a:latin typeface="Arial"/>
                <a:ea typeface="Arial"/>
                <a:cs typeface="Arial"/>
              </a:defRPr>
            </a:lvl8pPr>
            <a:lvl9pPr>
              <a:defRPr sz="3300" b="1">
                <a:solidFill>
                  <a:srgbClr val="14233B"/>
                </a:solidFill>
                <a:latin typeface="Arial"/>
                <a:ea typeface="Arial"/>
                <a:cs typeface="Arial"/>
              </a:defRPr>
            </a:lvl9pPr>
          </a:lstStyle>
          <a:p xmlns:a="http://schemas.openxmlformats.org/drawingml/2006/main">
            <a:pPr>
              <a:defRPr sz="3300" b="1">
                <a:solidFill>
                  <a:srgbClr val="14233B"/>
                </a:solidFill>
                <a:latin typeface="Arial"/>
                <a:ea typeface="Arial"/>
                <a:cs typeface="Arial"/>
              </a:defRPr>
            </a:pPr>
            <a:r>
              <a:rPr sz="3300" b="1">
                <a:solidFill>
                  <a:srgbClr val="14233B"/>
                </a:solidFill>
                <a:latin typeface="Arial"/>
                <a:ea typeface="Arial"/>
                <a:cs typeface="Arial"/>
              </a:rPr>
              <a:t>The four experiment artifacts</a:t>
            </a:r>
          </a:p>
        </p:txBody>
      </p:sp>
      <p:sp>
        <p:nvSpPr>
          <p:cNvPr id="4" name="">
            <a:extLst xmlns:a="http://schemas.openxmlformats.org/drawingml/2006/main">
              <a:ext uri="{FF2B5EF4-FFF2-40B4-BE49-F238E27FC236}">
                <a16:creationId xmlns:a16="http://schemas.microsoft.com/office/drawing/2014/main" id="{D4E1A7C3-ADE8-4B91-B31B-32F7672D806B}"/>
              </a:ext>
            </a:extLst>
          </p:cNvPr>
          <p:cNvSpPr>
            <a:spLocks xmlns:a="http://schemas.openxmlformats.org/drawingml/2006/main" noGrp="1"/>
          </p:cNvSpPr>
          <p:nvPr/>
        </p:nvSpPr>
        <p:spPr>
          <a:xfrm xmlns:a="http://schemas.openxmlformats.org/drawingml/2006/main">
            <a:off x="609600" y="166687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metrics.json</a:t>
            </a:r>
          </a:p>
        </p:txBody>
      </p:sp>
      <p:sp>
        <p:nvSpPr>
          <p:cNvPr id="5" name="">
            <a:extLst xmlns:a="http://schemas.openxmlformats.org/drawingml/2006/main">
              <a:ext uri="{FF2B5EF4-FFF2-40B4-BE49-F238E27FC236}">
                <a16:creationId xmlns:a16="http://schemas.microsoft.com/office/drawing/2014/main" id="{CBE47459-5202-4994-A967-29D321D526E8}"/>
              </a:ext>
            </a:extLst>
          </p:cNvPr>
          <p:cNvSpPr>
            <a:spLocks xmlns:a="http://schemas.openxmlformats.org/drawingml/2006/main" noGrp="1"/>
          </p:cNvSpPr>
          <p:nvPr/>
        </p:nvSpPr>
        <p:spPr>
          <a:xfrm xmlns:a="http://schemas.openxmlformats.org/drawingml/2006/main">
            <a:off x="4953000" y="166687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Summary values used to judge the result</a:t>
            </a:r>
          </a:p>
        </p:txBody>
      </p:sp>
      <p:sp>
        <p:nvSpPr>
          <p:cNvPr id="6" name="">
            <a:extLst xmlns:a="http://schemas.openxmlformats.org/drawingml/2006/main">
              <a:ext uri="{FF2B5EF4-FFF2-40B4-BE49-F238E27FC236}">
                <a16:creationId xmlns:a16="http://schemas.microsoft.com/office/drawing/2014/main" id="{23AF24C3-E44B-4E88-9DF9-B80EB0F005C4}"/>
              </a:ext>
            </a:extLst>
          </p:cNvPr>
          <p:cNvSpPr>
            <a:spLocks xmlns:a="http://schemas.openxmlformats.org/drawingml/2006/main" noGrp="1"/>
          </p:cNvSpPr>
          <p:nvPr/>
        </p:nvSpPr>
        <p:spPr>
          <a:xfrm xmlns:a="http://schemas.openxmlformats.org/drawingml/2006/main">
            <a:off x="609600" y="260032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metadata.json</a:t>
            </a:r>
          </a:p>
        </p:txBody>
      </p:sp>
      <p:sp>
        <p:nvSpPr>
          <p:cNvPr id="7" name="">
            <a:extLst xmlns:a="http://schemas.openxmlformats.org/drawingml/2006/main">
              <a:ext uri="{FF2B5EF4-FFF2-40B4-BE49-F238E27FC236}">
                <a16:creationId xmlns:a16="http://schemas.microsoft.com/office/drawing/2014/main" id="{41D094AC-A8E6-4592-A7D2-E1524444DBB5}"/>
              </a:ext>
            </a:extLst>
          </p:cNvPr>
          <p:cNvSpPr>
            <a:spLocks xmlns:a="http://schemas.openxmlformats.org/drawingml/2006/main" noGrp="1"/>
          </p:cNvSpPr>
          <p:nvPr/>
        </p:nvSpPr>
        <p:spPr>
          <a:xfrm xmlns:a="http://schemas.openxmlformats.org/drawingml/2006/main">
            <a:off x="4953000" y="260032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Versions, source commit, platform and units</a:t>
            </a:r>
          </a:p>
        </p:txBody>
      </p:sp>
      <p:sp>
        <p:nvSpPr>
          <p:cNvPr id="8" name="">
            <a:extLst xmlns:a="http://schemas.openxmlformats.org/drawingml/2006/main">
              <a:ext uri="{FF2B5EF4-FFF2-40B4-BE49-F238E27FC236}">
                <a16:creationId xmlns:a16="http://schemas.microsoft.com/office/drawing/2014/main" id="{8DC58EDC-0010-49E8-A355-38B67D8B4D2C}"/>
              </a:ext>
            </a:extLst>
          </p:cNvPr>
          <p:cNvSpPr>
            <a:spLocks xmlns:a="http://schemas.openxmlformats.org/drawingml/2006/main" noGrp="1"/>
          </p:cNvSpPr>
          <p:nvPr/>
        </p:nvSpPr>
        <p:spPr>
          <a:xfrm xmlns:a="http://schemas.openxmlformats.org/drawingml/2006/main">
            <a:off x="609600" y="353377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arrays.npz</a:t>
            </a:r>
          </a:p>
        </p:txBody>
      </p:sp>
      <p:sp>
        <p:nvSpPr>
          <p:cNvPr id="9" name="">
            <a:extLst xmlns:a="http://schemas.openxmlformats.org/drawingml/2006/main">
              <a:ext uri="{FF2B5EF4-FFF2-40B4-BE49-F238E27FC236}">
                <a16:creationId xmlns:a16="http://schemas.microsoft.com/office/drawing/2014/main" id="{AEF24159-B916-4B7C-BD8A-1B46D4538871}"/>
              </a:ext>
            </a:extLst>
          </p:cNvPr>
          <p:cNvSpPr>
            <a:spLocks xmlns:a="http://schemas.openxmlformats.org/drawingml/2006/main" noGrp="1"/>
          </p:cNvSpPr>
          <p:nvPr/>
        </p:nvSpPr>
        <p:spPr>
          <a:xfrm xmlns:a="http://schemas.openxmlformats.org/drawingml/2006/main">
            <a:off x="4953000" y="353377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Compressed NumPy arrays for further analysis</a:t>
            </a:r>
          </a:p>
        </p:txBody>
      </p:sp>
      <p:sp>
        <p:nvSpPr>
          <p:cNvPr id="10" name="">
            <a:extLst xmlns:a="http://schemas.openxmlformats.org/drawingml/2006/main">
              <a:ext uri="{FF2B5EF4-FFF2-40B4-BE49-F238E27FC236}">
                <a16:creationId xmlns:a16="http://schemas.microsoft.com/office/drawing/2014/main" id="{9F31419D-9DFC-4747-B48B-D84129350625}"/>
              </a:ext>
            </a:extLst>
          </p:cNvPr>
          <p:cNvSpPr>
            <a:spLocks xmlns:a="http://schemas.openxmlformats.org/drawingml/2006/main" noGrp="1"/>
          </p:cNvSpPr>
          <p:nvPr/>
        </p:nvSpPr>
        <p:spPr>
          <a:xfrm xmlns:a="http://schemas.openxmlformats.org/drawingml/2006/main">
            <a:off x="609600" y="446722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figure.png</a:t>
            </a:r>
          </a:p>
        </p:txBody>
      </p:sp>
      <p:sp>
        <p:nvSpPr>
          <p:cNvPr id="11" name="">
            <a:extLst xmlns:a="http://schemas.openxmlformats.org/drawingml/2006/main">
              <a:ext uri="{FF2B5EF4-FFF2-40B4-BE49-F238E27FC236}">
                <a16:creationId xmlns:a16="http://schemas.microsoft.com/office/drawing/2014/main" id="{1CF6264B-D7D6-4255-9365-F02C6A52852C}"/>
              </a:ext>
            </a:extLst>
          </p:cNvPr>
          <p:cNvSpPr>
            <a:spLocks xmlns:a="http://schemas.openxmlformats.org/drawingml/2006/main" noGrp="1"/>
          </p:cNvSpPr>
          <p:nvPr/>
        </p:nvSpPr>
        <p:spPr>
          <a:xfrm xmlns:a="http://schemas.openxmlformats.org/drawingml/2006/main">
            <a:off x="4953000" y="446722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A saved visual summary to open locally</a:t>
            </a:r>
          </a:p>
        </p:txBody>
      </p:sp>
      <p:sp>
        <p:nvSpPr>
          <p:cNvPr id="12" name="">
            <a:extLst xmlns:a="http://schemas.openxmlformats.org/drawingml/2006/main">
              <a:ext uri="{FF2B5EF4-FFF2-40B4-BE49-F238E27FC236}">
                <a16:creationId xmlns:a16="http://schemas.microsoft.com/office/drawing/2014/main" id="{90EC7FD5-C49B-48B3-BB84-2F18043F4C4B}"/>
              </a:ext>
            </a:extLst>
          </p:cNvPr>
          <p:cNvSpPr>
            <a:spLocks xmlns:a="http://schemas.openxmlformats.org/drawingml/2006/main" noGrp="1"/>
          </p:cNvSpPr>
          <p:nvPr/>
        </p:nvSpPr>
        <p:spPr>
          <a:xfrm xmlns:a="http://schemas.openxmlformats.org/drawingml/2006/main">
            <a:off x="609600" y="5762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4A5B6B"/>
                </a:solidFill>
                <a:latin typeface="Arial"/>
                <a:ea typeface="Arial"/>
                <a:cs typeface="Arial"/>
              </a:defRPr>
            </a:defPPr>
            <a:lvl1pPr>
              <a:defRPr sz="1725" b="0">
                <a:solidFill>
                  <a:srgbClr val="4A5B6B"/>
                </a:solidFill>
                <a:latin typeface="Arial"/>
                <a:ea typeface="Arial"/>
                <a:cs typeface="Arial"/>
              </a:defRPr>
            </a:lvl1pPr>
            <a:lvl2pPr>
              <a:defRPr sz="1725" b="0">
                <a:solidFill>
                  <a:srgbClr val="4A5B6B"/>
                </a:solidFill>
                <a:latin typeface="Arial"/>
                <a:ea typeface="Arial"/>
                <a:cs typeface="Arial"/>
              </a:defRPr>
            </a:lvl2pPr>
            <a:lvl3pPr>
              <a:defRPr sz="1725" b="0">
                <a:solidFill>
                  <a:srgbClr val="4A5B6B"/>
                </a:solidFill>
                <a:latin typeface="Arial"/>
                <a:ea typeface="Arial"/>
                <a:cs typeface="Arial"/>
              </a:defRPr>
            </a:lvl3pPr>
            <a:lvl4pPr>
              <a:defRPr sz="1725" b="0">
                <a:solidFill>
                  <a:srgbClr val="4A5B6B"/>
                </a:solidFill>
                <a:latin typeface="Arial"/>
                <a:ea typeface="Arial"/>
                <a:cs typeface="Arial"/>
              </a:defRPr>
            </a:lvl4pPr>
            <a:lvl5pPr>
              <a:defRPr sz="1725" b="0">
                <a:solidFill>
                  <a:srgbClr val="4A5B6B"/>
                </a:solidFill>
                <a:latin typeface="Arial"/>
                <a:ea typeface="Arial"/>
                <a:cs typeface="Arial"/>
              </a:defRPr>
            </a:lvl5pPr>
            <a:lvl6pPr>
              <a:defRPr sz="1725" b="0">
                <a:solidFill>
                  <a:srgbClr val="4A5B6B"/>
                </a:solidFill>
                <a:latin typeface="Arial"/>
                <a:ea typeface="Arial"/>
                <a:cs typeface="Arial"/>
              </a:defRPr>
            </a:lvl6pPr>
            <a:lvl7pPr>
              <a:defRPr sz="1725" b="0">
                <a:solidFill>
                  <a:srgbClr val="4A5B6B"/>
                </a:solidFill>
                <a:latin typeface="Arial"/>
                <a:ea typeface="Arial"/>
                <a:cs typeface="Arial"/>
              </a:defRPr>
            </a:lvl7pPr>
            <a:lvl8pPr>
              <a:defRPr sz="1725" b="0">
                <a:solidFill>
                  <a:srgbClr val="4A5B6B"/>
                </a:solidFill>
                <a:latin typeface="Arial"/>
                <a:ea typeface="Arial"/>
                <a:cs typeface="Arial"/>
              </a:defRPr>
            </a:lvl8pPr>
            <a:lvl9pPr>
              <a:defRPr sz="1725" b="0">
                <a:solidFill>
                  <a:srgbClr val="4A5B6B"/>
                </a:solidFill>
                <a:latin typeface="Arial"/>
                <a:ea typeface="Arial"/>
                <a:cs typeface="Arial"/>
              </a:defRPr>
            </a:lvl9pPr>
          </a:lstStyle>
          <a:p xmlns:a="http://schemas.openxmlformats.org/drawingml/2006/main">
            <a:pPr>
              <a:defRPr sz="1725" b="0">
                <a:solidFill>
                  <a:srgbClr val="4A5B6B"/>
                </a:solidFill>
                <a:latin typeface="Arial"/>
                <a:ea typeface="Arial"/>
                <a:cs typeface="Arial"/>
              </a:defRPr>
            </a:pPr>
            <a:r>
              <a:rPr sz="1725" b="0">
                <a:solidFill>
                  <a:srgbClr val="4A5B6B"/>
                </a:solidFill>
                <a:latin typeface="Arial"/>
                <a:ea typeface="Arial"/>
                <a:cs typeface="Arial"/>
              </a:rPr>
              <a:t>Example run directory: runs/first/basics/</a:t>
            </a:r>
          </a:p>
          <a:p xmlns:a="http://schemas.openxmlformats.org/drawingml/2006/main">
            <a:pPr>
              <a:defRPr sz="1725" b="0">
                <a:solidFill>
                  <a:srgbClr val="4A5B6B"/>
                </a:solidFill>
                <a:latin typeface="Arial"/>
                <a:ea typeface="Arial"/>
                <a:cs typeface="Arial"/>
              </a:defRPr>
            </a:pPr>
            <a:r>
              <a:rPr sz="1725" b="0">
                <a:solidFill>
                  <a:srgbClr val="4A5B6B"/>
                </a:solidFill>
                <a:latin typeface="Arial"/>
                <a:ea typeface="Arial"/>
                <a:cs typeface="Arial"/>
              </a:rPr>
              <a:t>The random seed is recorded in metrics.json.</a:t>
            </a:r>
          </a:p>
        </p:txBody>
      </p:sp>
      <p:sp>
        <p:nvSpPr>
          <p:cNvPr id="13" name="">
            <a:extLst xmlns:a="http://schemas.openxmlformats.org/drawingml/2006/main">
              <a:ext uri="{FF2B5EF4-FFF2-40B4-BE49-F238E27FC236}">
                <a16:creationId xmlns:a16="http://schemas.microsoft.com/office/drawing/2014/main" id="{0D242268-8B6E-45C2-899B-9CD1CA292595}"/>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4A5B6B"/>
                </a:solidFill>
                <a:latin typeface="Arial"/>
                <a:ea typeface="Arial"/>
                <a:cs typeface="Arial"/>
              </a:defRPr>
            </a:defPPr>
            <a:lvl1pPr>
              <a:defRPr sz="1200" b="0">
                <a:solidFill>
                  <a:srgbClr val="4A5B6B"/>
                </a:solidFill>
                <a:latin typeface="Arial"/>
                <a:ea typeface="Arial"/>
                <a:cs typeface="Arial"/>
              </a:defRPr>
            </a:lvl1pPr>
            <a:lvl2pPr>
              <a:defRPr sz="1200" b="0">
                <a:solidFill>
                  <a:srgbClr val="4A5B6B"/>
                </a:solidFill>
                <a:latin typeface="Arial"/>
                <a:ea typeface="Arial"/>
                <a:cs typeface="Arial"/>
              </a:defRPr>
            </a:lvl2pPr>
            <a:lvl3pPr>
              <a:defRPr sz="1200" b="0">
                <a:solidFill>
                  <a:srgbClr val="4A5B6B"/>
                </a:solidFill>
                <a:latin typeface="Arial"/>
                <a:ea typeface="Arial"/>
                <a:cs typeface="Arial"/>
              </a:defRPr>
            </a:lvl3pPr>
            <a:lvl4pPr>
              <a:defRPr sz="1200" b="0">
                <a:solidFill>
                  <a:srgbClr val="4A5B6B"/>
                </a:solidFill>
                <a:latin typeface="Arial"/>
                <a:ea typeface="Arial"/>
                <a:cs typeface="Arial"/>
              </a:defRPr>
            </a:lvl4pPr>
            <a:lvl5pPr>
              <a:defRPr sz="1200" b="0">
                <a:solidFill>
                  <a:srgbClr val="4A5B6B"/>
                </a:solidFill>
                <a:latin typeface="Arial"/>
                <a:ea typeface="Arial"/>
                <a:cs typeface="Arial"/>
              </a:defRPr>
            </a:lvl5pPr>
            <a:lvl6pPr>
              <a:defRPr sz="1200" b="0">
                <a:solidFill>
                  <a:srgbClr val="4A5B6B"/>
                </a:solidFill>
                <a:latin typeface="Arial"/>
                <a:ea typeface="Arial"/>
                <a:cs typeface="Arial"/>
              </a:defRPr>
            </a:lvl6pPr>
            <a:lvl7pPr>
              <a:defRPr sz="1200" b="0">
                <a:solidFill>
                  <a:srgbClr val="4A5B6B"/>
                </a:solidFill>
                <a:latin typeface="Arial"/>
                <a:ea typeface="Arial"/>
                <a:cs typeface="Arial"/>
              </a:defRPr>
            </a:lvl7pPr>
            <a:lvl8pPr>
              <a:defRPr sz="1200" b="0">
                <a:solidFill>
                  <a:srgbClr val="4A5B6B"/>
                </a:solidFill>
                <a:latin typeface="Arial"/>
                <a:ea typeface="Arial"/>
                <a:cs typeface="Arial"/>
              </a:defRPr>
            </a:lvl8pPr>
            <a:lvl9pPr>
              <a:defRPr sz="1200" b="0">
                <a:solidFill>
                  <a:srgbClr val="4A5B6B"/>
                </a:solidFill>
                <a:latin typeface="Arial"/>
                <a:ea typeface="Arial"/>
                <a:cs typeface="Arial"/>
              </a:defRPr>
            </a:lvl9pPr>
          </a:lstStyle>
          <a:p xmlns:a="http://schemas.openxmlformats.org/drawingml/2006/main">
            <a:pPr>
              <a:defRPr sz="1200" b="0">
                <a:solidFill>
                  <a:srgbClr val="4A5B6B"/>
                </a:solidFill>
                <a:latin typeface="Arial"/>
                <a:ea typeface="Arial"/>
                <a:cs typeface="Arial"/>
              </a:defRPr>
            </a:pPr>
            <a:r>
              <a:rPr sz="1200" b="0">
                <a:solidFill>
                  <a:srgbClr val="4A5B6B"/>
                </a:solidFill>
                <a:latin typeface="Arial"/>
                <a:ea typeface="Arial"/>
                <a:cs typeface="Arial"/>
              </a:rPr>
              <a:t>08 / 14</a:t>
            </a:r>
          </a:p>
        </p:txBody>
      </p:sp>
    </p:spTree>
    <p:extLst>
      <p:ext uri="{BB962C8B-B14F-4D97-AF65-F5344CB8AC3E}">
        <p14:creationId xmlns:p14="http://schemas.microsoft.com/office/powerpoint/2010/main" val="964339886"/>
      </p:ext>
    </p:extLst>
  </p:cSld>
</p:sld>
</file>

<file path=ppt/slides/slide9.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82D71C7-7BF2-498C-9982-3BCBBB5457A5}"/>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168A84"/>
                </a:solidFill>
                <a:latin typeface="Arial"/>
                <a:ea typeface="Arial"/>
                <a:cs typeface="Arial"/>
              </a:defRPr>
            </a:defPPr>
            <a:lvl1pPr>
              <a:defRPr sz="1350" b="1">
                <a:solidFill>
                  <a:srgbClr val="168A84"/>
                </a:solidFill>
                <a:latin typeface="Arial"/>
                <a:ea typeface="Arial"/>
                <a:cs typeface="Arial"/>
              </a:defRPr>
            </a:lvl1pPr>
            <a:lvl2pPr>
              <a:defRPr sz="1350" b="1">
                <a:solidFill>
                  <a:srgbClr val="168A84"/>
                </a:solidFill>
                <a:latin typeface="Arial"/>
                <a:ea typeface="Arial"/>
                <a:cs typeface="Arial"/>
              </a:defRPr>
            </a:lvl2pPr>
            <a:lvl3pPr>
              <a:defRPr sz="1350" b="1">
                <a:solidFill>
                  <a:srgbClr val="168A84"/>
                </a:solidFill>
                <a:latin typeface="Arial"/>
                <a:ea typeface="Arial"/>
                <a:cs typeface="Arial"/>
              </a:defRPr>
            </a:lvl3pPr>
            <a:lvl4pPr>
              <a:defRPr sz="1350" b="1">
                <a:solidFill>
                  <a:srgbClr val="168A84"/>
                </a:solidFill>
                <a:latin typeface="Arial"/>
                <a:ea typeface="Arial"/>
                <a:cs typeface="Arial"/>
              </a:defRPr>
            </a:lvl4pPr>
            <a:lvl5pPr>
              <a:defRPr sz="1350" b="1">
                <a:solidFill>
                  <a:srgbClr val="168A84"/>
                </a:solidFill>
                <a:latin typeface="Arial"/>
                <a:ea typeface="Arial"/>
                <a:cs typeface="Arial"/>
              </a:defRPr>
            </a:lvl5pPr>
            <a:lvl6pPr>
              <a:defRPr sz="1350" b="1">
                <a:solidFill>
                  <a:srgbClr val="168A84"/>
                </a:solidFill>
                <a:latin typeface="Arial"/>
                <a:ea typeface="Arial"/>
                <a:cs typeface="Arial"/>
              </a:defRPr>
            </a:lvl6pPr>
            <a:lvl7pPr>
              <a:defRPr sz="1350" b="1">
                <a:solidFill>
                  <a:srgbClr val="168A84"/>
                </a:solidFill>
                <a:latin typeface="Arial"/>
                <a:ea typeface="Arial"/>
                <a:cs typeface="Arial"/>
              </a:defRPr>
            </a:lvl7pPr>
            <a:lvl8pPr>
              <a:defRPr sz="1350" b="1">
                <a:solidFill>
                  <a:srgbClr val="168A84"/>
                </a:solidFill>
                <a:latin typeface="Arial"/>
                <a:ea typeface="Arial"/>
                <a:cs typeface="Arial"/>
              </a:defRPr>
            </a:lvl8pPr>
            <a:lvl9pPr>
              <a:defRPr sz="1350" b="1">
                <a:solidFill>
                  <a:srgbClr val="168A84"/>
                </a:solidFill>
                <a:latin typeface="Arial"/>
                <a:ea typeface="Arial"/>
                <a:cs typeface="Arial"/>
              </a:defRPr>
            </a:lvl9pPr>
          </a:lstStyle>
          <a:p xmlns:a="http://schemas.openxmlformats.org/drawingml/2006/main">
            <a:pPr>
              <a:defRPr sz="1350" b="1">
                <a:solidFill>
                  <a:srgbClr val="168A84"/>
                </a:solidFill>
                <a:latin typeface="Arial"/>
                <a:ea typeface="Arial"/>
                <a:cs typeface="Arial"/>
              </a:defRPr>
            </a:pPr>
            <a:r>
              <a:rPr sz="1350" b="1">
                <a:solidFill>
                  <a:srgbClr val="168A84"/>
                </a:solidFill>
                <a:latin typeface="Arial"/>
                <a:ea typeface="Arial"/>
                <a:cs typeface="Arial"/>
              </a:rPr>
              <a:t>S00  /  ORIENTATION</a:t>
            </a:r>
          </a:p>
        </p:txBody>
      </p:sp>
      <p:sp>
        <p:nvSpPr>
          <p:cNvPr id="3" name="">
            <a:extLst xmlns:a="http://schemas.openxmlformats.org/drawingml/2006/main">
              <a:ext uri="{FF2B5EF4-FFF2-40B4-BE49-F238E27FC236}">
                <a16:creationId xmlns:a16="http://schemas.microsoft.com/office/drawing/2014/main" id="{1C60DF1E-D11D-4CA2-983C-011941DA40F3}"/>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4233B"/>
                </a:solidFill>
                <a:latin typeface="Arial"/>
                <a:ea typeface="Arial"/>
                <a:cs typeface="Arial"/>
              </a:defRPr>
            </a:defPPr>
            <a:lvl1pPr>
              <a:defRPr sz="3300" b="1">
                <a:solidFill>
                  <a:srgbClr val="14233B"/>
                </a:solidFill>
                <a:latin typeface="Arial"/>
                <a:ea typeface="Arial"/>
                <a:cs typeface="Arial"/>
              </a:defRPr>
            </a:lvl1pPr>
            <a:lvl2pPr>
              <a:defRPr sz="3300" b="1">
                <a:solidFill>
                  <a:srgbClr val="14233B"/>
                </a:solidFill>
                <a:latin typeface="Arial"/>
                <a:ea typeface="Arial"/>
                <a:cs typeface="Arial"/>
              </a:defRPr>
            </a:lvl2pPr>
            <a:lvl3pPr>
              <a:defRPr sz="3300" b="1">
                <a:solidFill>
                  <a:srgbClr val="14233B"/>
                </a:solidFill>
                <a:latin typeface="Arial"/>
                <a:ea typeface="Arial"/>
                <a:cs typeface="Arial"/>
              </a:defRPr>
            </a:lvl3pPr>
            <a:lvl4pPr>
              <a:defRPr sz="3300" b="1">
                <a:solidFill>
                  <a:srgbClr val="14233B"/>
                </a:solidFill>
                <a:latin typeface="Arial"/>
                <a:ea typeface="Arial"/>
                <a:cs typeface="Arial"/>
              </a:defRPr>
            </a:lvl4pPr>
            <a:lvl5pPr>
              <a:defRPr sz="3300" b="1">
                <a:solidFill>
                  <a:srgbClr val="14233B"/>
                </a:solidFill>
                <a:latin typeface="Arial"/>
                <a:ea typeface="Arial"/>
                <a:cs typeface="Arial"/>
              </a:defRPr>
            </a:lvl5pPr>
            <a:lvl6pPr>
              <a:defRPr sz="3300" b="1">
                <a:solidFill>
                  <a:srgbClr val="14233B"/>
                </a:solidFill>
                <a:latin typeface="Arial"/>
                <a:ea typeface="Arial"/>
                <a:cs typeface="Arial"/>
              </a:defRPr>
            </a:lvl6pPr>
            <a:lvl7pPr>
              <a:defRPr sz="3300" b="1">
                <a:solidFill>
                  <a:srgbClr val="14233B"/>
                </a:solidFill>
                <a:latin typeface="Arial"/>
                <a:ea typeface="Arial"/>
                <a:cs typeface="Arial"/>
              </a:defRPr>
            </a:lvl7pPr>
            <a:lvl8pPr>
              <a:defRPr sz="3300" b="1">
                <a:solidFill>
                  <a:srgbClr val="14233B"/>
                </a:solidFill>
                <a:latin typeface="Arial"/>
                <a:ea typeface="Arial"/>
                <a:cs typeface="Arial"/>
              </a:defRPr>
            </a:lvl8pPr>
            <a:lvl9pPr>
              <a:defRPr sz="3300" b="1">
                <a:solidFill>
                  <a:srgbClr val="14233B"/>
                </a:solidFill>
                <a:latin typeface="Arial"/>
                <a:ea typeface="Arial"/>
                <a:cs typeface="Arial"/>
              </a:defRPr>
            </a:lvl9pPr>
          </a:lstStyle>
          <a:p xmlns:a="http://schemas.openxmlformats.org/drawingml/2006/main">
            <a:pPr>
              <a:defRPr sz="3300" b="1">
                <a:solidFill>
                  <a:srgbClr val="14233B"/>
                </a:solidFill>
                <a:latin typeface="Arial"/>
                <a:ea typeface="Arial"/>
                <a:cs typeface="Arial"/>
              </a:defRPr>
            </a:pPr>
            <a:r>
              <a:rPr sz="3300" b="1">
                <a:solidFill>
                  <a:srgbClr val="14233B"/>
                </a:solidFill>
                <a:latin typeface="Arial"/>
                <a:ea typeface="Arial"/>
                <a:cs typeface="Arial"/>
              </a:rPr>
              <a:t>A reproducible run record</a:t>
            </a:r>
          </a:p>
        </p:txBody>
      </p:sp>
      <p:sp>
        <p:nvSpPr>
          <p:cNvPr id="4" name="">
            <a:extLst xmlns:a="http://schemas.openxmlformats.org/drawingml/2006/main">
              <a:ext uri="{FF2B5EF4-FFF2-40B4-BE49-F238E27FC236}">
                <a16:creationId xmlns:a16="http://schemas.microsoft.com/office/drawing/2014/main" id="{8DB39A81-98EE-40BC-AB8B-A99034540BC0}"/>
              </a:ext>
            </a:extLst>
          </p:cNvPr>
          <p:cNvSpPr>
            <a:spLocks xmlns:a="http://schemas.openxmlformats.org/drawingml/2006/main" noGrp="1"/>
          </p:cNvSpPr>
          <p:nvPr/>
        </p:nvSpPr>
        <p:spPr>
          <a:xfrm xmlns:a="http://schemas.openxmlformats.org/drawingml/2006/main">
            <a:off x="609600" y="166687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Source</a:t>
            </a:r>
          </a:p>
        </p:txBody>
      </p:sp>
      <p:sp>
        <p:nvSpPr>
          <p:cNvPr id="5" name="">
            <a:extLst xmlns:a="http://schemas.openxmlformats.org/drawingml/2006/main">
              <a:ext uri="{FF2B5EF4-FFF2-40B4-BE49-F238E27FC236}">
                <a16:creationId xmlns:a16="http://schemas.microsoft.com/office/drawing/2014/main" id="{C855F38B-F2F5-401A-AAA9-29B77CC0A8B2}"/>
              </a:ext>
            </a:extLst>
          </p:cNvPr>
          <p:cNvSpPr>
            <a:spLocks xmlns:a="http://schemas.openxmlformats.org/drawingml/2006/main" noGrp="1"/>
          </p:cNvSpPr>
          <p:nvPr/>
        </p:nvSpPr>
        <p:spPr>
          <a:xfrm xmlns:a="http://schemas.openxmlformats.org/drawingml/2006/main">
            <a:off x="4953000" y="166687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Record the commit and whether the working tree is dirty</a:t>
            </a:r>
          </a:p>
        </p:txBody>
      </p:sp>
      <p:sp>
        <p:nvSpPr>
          <p:cNvPr id="6" name="">
            <a:extLst xmlns:a="http://schemas.openxmlformats.org/drawingml/2006/main">
              <a:ext uri="{FF2B5EF4-FFF2-40B4-BE49-F238E27FC236}">
                <a16:creationId xmlns:a16="http://schemas.microsoft.com/office/drawing/2014/main" id="{CC9423A2-1674-41DE-A687-F26F7AFCB0A5}"/>
              </a:ext>
            </a:extLst>
          </p:cNvPr>
          <p:cNvSpPr>
            <a:spLocks xmlns:a="http://schemas.openxmlformats.org/drawingml/2006/main" noGrp="1"/>
          </p:cNvSpPr>
          <p:nvPr/>
        </p:nvSpPr>
        <p:spPr>
          <a:xfrm xmlns:a="http://schemas.openxmlformats.org/drawingml/2006/main">
            <a:off x="609600" y="260032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Environment</a:t>
            </a:r>
          </a:p>
        </p:txBody>
      </p:sp>
      <p:sp>
        <p:nvSpPr>
          <p:cNvPr id="7" name="">
            <a:extLst xmlns:a="http://schemas.openxmlformats.org/drawingml/2006/main">
              <a:ext uri="{FF2B5EF4-FFF2-40B4-BE49-F238E27FC236}">
                <a16:creationId xmlns:a16="http://schemas.microsoft.com/office/drawing/2014/main" id="{6F666A84-49D3-4361-BC67-D23D694B5247}"/>
              </a:ext>
            </a:extLst>
          </p:cNvPr>
          <p:cNvSpPr>
            <a:spLocks xmlns:a="http://schemas.openxmlformats.org/drawingml/2006/main" noGrp="1"/>
          </p:cNvSpPr>
          <p:nvPr/>
        </p:nvSpPr>
        <p:spPr>
          <a:xfrm xmlns:a="http://schemas.openxmlformats.org/drawingml/2006/main">
            <a:off x="4953000" y="260032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Keep Python and package versions with the result</a:t>
            </a:r>
          </a:p>
        </p:txBody>
      </p:sp>
      <p:sp>
        <p:nvSpPr>
          <p:cNvPr id="8" name="">
            <a:extLst xmlns:a="http://schemas.openxmlformats.org/drawingml/2006/main">
              <a:ext uri="{FF2B5EF4-FFF2-40B4-BE49-F238E27FC236}">
                <a16:creationId xmlns:a16="http://schemas.microsoft.com/office/drawing/2014/main" id="{B72F30A5-ED77-405A-8603-B9CBEEE42CB4}"/>
              </a:ext>
            </a:extLst>
          </p:cNvPr>
          <p:cNvSpPr>
            <a:spLocks xmlns:a="http://schemas.openxmlformats.org/drawingml/2006/main" noGrp="1"/>
          </p:cNvSpPr>
          <p:nvPr/>
        </p:nvSpPr>
        <p:spPr>
          <a:xfrm xmlns:a="http://schemas.openxmlformats.org/drawingml/2006/main">
            <a:off x="609600" y="353377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Randomness</a:t>
            </a:r>
          </a:p>
        </p:txBody>
      </p:sp>
      <p:sp>
        <p:nvSpPr>
          <p:cNvPr id="9" name="">
            <a:extLst xmlns:a="http://schemas.openxmlformats.org/drawingml/2006/main">
              <a:ext uri="{FF2B5EF4-FFF2-40B4-BE49-F238E27FC236}">
                <a16:creationId xmlns:a16="http://schemas.microsoft.com/office/drawing/2014/main" id="{CB23F5A7-3177-4FD9-936F-8DAAB51ED76A}"/>
              </a:ext>
            </a:extLst>
          </p:cNvPr>
          <p:cNvSpPr>
            <a:spLocks xmlns:a="http://schemas.openxmlformats.org/drawingml/2006/main" noGrp="1"/>
          </p:cNvSpPr>
          <p:nvPr/>
        </p:nvSpPr>
        <p:spPr>
          <a:xfrm xmlns:a="http://schemas.openxmlformats.org/drawingml/2006/main">
            <a:off x="4953000" y="353377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Record the seed and the number of simulated shots</a:t>
            </a:r>
          </a:p>
        </p:txBody>
      </p:sp>
      <p:sp>
        <p:nvSpPr>
          <p:cNvPr id="10" name="">
            <a:extLst xmlns:a="http://schemas.openxmlformats.org/drawingml/2006/main">
              <a:ext uri="{FF2B5EF4-FFF2-40B4-BE49-F238E27FC236}">
                <a16:creationId xmlns:a16="http://schemas.microsoft.com/office/drawing/2014/main" id="{BBA25894-2988-4D4C-8AD3-EF680EEF2B19}"/>
              </a:ext>
            </a:extLst>
          </p:cNvPr>
          <p:cNvSpPr>
            <a:spLocks xmlns:a="http://schemas.openxmlformats.org/drawingml/2006/main" noGrp="1"/>
          </p:cNvSpPr>
          <p:nvPr/>
        </p:nvSpPr>
        <p:spPr>
          <a:xfrm xmlns:a="http://schemas.openxmlformats.org/drawingml/2006/main">
            <a:off x="609600" y="446722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Output</a:t>
            </a:r>
          </a:p>
        </p:txBody>
      </p:sp>
      <p:sp>
        <p:nvSpPr>
          <p:cNvPr id="11" name="">
            <a:extLst xmlns:a="http://schemas.openxmlformats.org/drawingml/2006/main">
              <a:ext uri="{FF2B5EF4-FFF2-40B4-BE49-F238E27FC236}">
                <a16:creationId xmlns:a16="http://schemas.microsoft.com/office/drawing/2014/main" id="{A3626B38-9432-465C-8655-AC271F48350E}"/>
              </a:ext>
            </a:extLst>
          </p:cNvPr>
          <p:cNvSpPr>
            <a:spLocks xmlns:a="http://schemas.openxmlformats.org/drawingml/2006/main" noGrp="1"/>
          </p:cNvSpPr>
          <p:nvPr/>
        </p:nvSpPr>
        <p:spPr>
          <a:xfrm xmlns:a="http://schemas.openxmlformats.org/drawingml/2006/main">
            <a:off x="4953000" y="446722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Choose a fresh output directory for each completed run</a:t>
            </a:r>
          </a:p>
        </p:txBody>
      </p:sp>
      <p:sp>
        <p:nvSpPr>
          <p:cNvPr id="12" name="">
            <a:extLst xmlns:a="http://schemas.openxmlformats.org/drawingml/2006/main">
              <a:ext uri="{FF2B5EF4-FFF2-40B4-BE49-F238E27FC236}">
                <a16:creationId xmlns:a16="http://schemas.microsoft.com/office/drawing/2014/main" id="{816B31F0-2944-4F03-9C2A-BE3CB2C7AB96}"/>
              </a:ext>
            </a:extLst>
          </p:cNvPr>
          <p:cNvSpPr>
            <a:spLocks xmlns:a="http://schemas.openxmlformats.org/drawingml/2006/main" noGrp="1"/>
          </p:cNvSpPr>
          <p:nvPr/>
        </p:nvSpPr>
        <p:spPr>
          <a:xfrm xmlns:a="http://schemas.openxmlformats.org/drawingml/2006/main">
            <a:off x="609600" y="5762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4A5B6B"/>
                </a:solidFill>
                <a:latin typeface="Arial"/>
                <a:ea typeface="Arial"/>
                <a:cs typeface="Arial"/>
              </a:defRPr>
            </a:defPPr>
            <a:lvl1pPr>
              <a:defRPr sz="1725" b="0">
                <a:solidFill>
                  <a:srgbClr val="4A5B6B"/>
                </a:solidFill>
                <a:latin typeface="Arial"/>
                <a:ea typeface="Arial"/>
                <a:cs typeface="Arial"/>
              </a:defRPr>
            </a:lvl1pPr>
            <a:lvl2pPr>
              <a:defRPr sz="1725" b="0">
                <a:solidFill>
                  <a:srgbClr val="4A5B6B"/>
                </a:solidFill>
                <a:latin typeface="Arial"/>
                <a:ea typeface="Arial"/>
                <a:cs typeface="Arial"/>
              </a:defRPr>
            </a:lvl2pPr>
            <a:lvl3pPr>
              <a:defRPr sz="1725" b="0">
                <a:solidFill>
                  <a:srgbClr val="4A5B6B"/>
                </a:solidFill>
                <a:latin typeface="Arial"/>
                <a:ea typeface="Arial"/>
                <a:cs typeface="Arial"/>
              </a:defRPr>
            </a:lvl3pPr>
            <a:lvl4pPr>
              <a:defRPr sz="1725" b="0">
                <a:solidFill>
                  <a:srgbClr val="4A5B6B"/>
                </a:solidFill>
                <a:latin typeface="Arial"/>
                <a:ea typeface="Arial"/>
                <a:cs typeface="Arial"/>
              </a:defRPr>
            </a:lvl4pPr>
            <a:lvl5pPr>
              <a:defRPr sz="1725" b="0">
                <a:solidFill>
                  <a:srgbClr val="4A5B6B"/>
                </a:solidFill>
                <a:latin typeface="Arial"/>
                <a:ea typeface="Arial"/>
                <a:cs typeface="Arial"/>
              </a:defRPr>
            </a:lvl5pPr>
            <a:lvl6pPr>
              <a:defRPr sz="1725" b="0">
                <a:solidFill>
                  <a:srgbClr val="4A5B6B"/>
                </a:solidFill>
                <a:latin typeface="Arial"/>
                <a:ea typeface="Arial"/>
                <a:cs typeface="Arial"/>
              </a:defRPr>
            </a:lvl6pPr>
            <a:lvl7pPr>
              <a:defRPr sz="1725" b="0">
                <a:solidFill>
                  <a:srgbClr val="4A5B6B"/>
                </a:solidFill>
                <a:latin typeface="Arial"/>
                <a:ea typeface="Arial"/>
                <a:cs typeface="Arial"/>
              </a:defRPr>
            </a:lvl7pPr>
            <a:lvl8pPr>
              <a:defRPr sz="1725" b="0">
                <a:solidFill>
                  <a:srgbClr val="4A5B6B"/>
                </a:solidFill>
                <a:latin typeface="Arial"/>
                <a:ea typeface="Arial"/>
                <a:cs typeface="Arial"/>
              </a:defRPr>
            </a:lvl8pPr>
            <a:lvl9pPr>
              <a:defRPr sz="1725" b="0">
                <a:solidFill>
                  <a:srgbClr val="4A5B6B"/>
                </a:solidFill>
                <a:latin typeface="Arial"/>
                <a:ea typeface="Arial"/>
                <a:cs typeface="Arial"/>
              </a:defRPr>
            </a:lvl9pPr>
          </a:lstStyle>
          <a:p xmlns:a="http://schemas.openxmlformats.org/drawingml/2006/main">
            <a:pPr>
              <a:defRPr sz="1725" b="0">
                <a:solidFill>
                  <a:srgbClr val="4A5B6B"/>
                </a:solidFill>
                <a:latin typeface="Arial"/>
                <a:ea typeface="Arial"/>
                <a:cs typeface="Arial"/>
              </a:defRPr>
            </a:pPr>
            <a:r>
              <a:rPr sz="1725" b="0">
                <a:solidFill>
                  <a:srgbClr val="4A5B6B"/>
                </a:solidFill>
                <a:latin typeface="Arial"/>
                <a:ea typeface="Arial"/>
                <a:cs typeface="Arial"/>
              </a:rPr>
              <a:t>A fixed seed alone does not guarantee identical results across environments.</a:t>
            </a:r>
          </a:p>
        </p:txBody>
      </p:sp>
      <p:sp>
        <p:nvSpPr>
          <p:cNvPr id="13" name="">
            <a:extLst xmlns:a="http://schemas.openxmlformats.org/drawingml/2006/main">
              <a:ext uri="{FF2B5EF4-FFF2-40B4-BE49-F238E27FC236}">
                <a16:creationId xmlns:a16="http://schemas.microsoft.com/office/drawing/2014/main" id="{6AE53991-2EEF-4164-A41C-3D3ECF0C9B43}"/>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4A5B6B"/>
                </a:solidFill>
                <a:latin typeface="Arial"/>
                <a:ea typeface="Arial"/>
                <a:cs typeface="Arial"/>
              </a:defRPr>
            </a:defPPr>
            <a:lvl1pPr>
              <a:defRPr sz="1200" b="0">
                <a:solidFill>
                  <a:srgbClr val="4A5B6B"/>
                </a:solidFill>
                <a:latin typeface="Arial"/>
                <a:ea typeface="Arial"/>
                <a:cs typeface="Arial"/>
              </a:defRPr>
            </a:lvl1pPr>
            <a:lvl2pPr>
              <a:defRPr sz="1200" b="0">
                <a:solidFill>
                  <a:srgbClr val="4A5B6B"/>
                </a:solidFill>
                <a:latin typeface="Arial"/>
                <a:ea typeface="Arial"/>
                <a:cs typeface="Arial"/>
              </a:defRPr>
            </a:lvl2pPr>
            <a:lvl3pPr>
              <a:defRPr sz="1200" b="0">
                <a:solidFill>
                  <a:srgbClr val="4A5B6B"/>
                </a:solidFill>
                <a:latin typeface="Arial"/>
                <a:ea typeface="Arial"/>
                <a:cs typeface="Arial"/>
              </a:defRPr>
            </a:lvl3pPr>
            <a:lvl4pPr>
              <a:defRPr sz="1200" b="0">
                <a:solidFill>
                  <a:srgbClr val="4A5B6B"/>
                </a:solidFill>
                <a:latin typeface="Arial"/>
                <a:ea typeface="Arial"/>
                <a:cs typeface="Arial"/>
              </a:defRPr>
            </a:lvl4pPr>
            <a:lvl5pPr>
              <a:defRPr sz="1200" b="0">
                <a:solidFill>
                  <a:srgbClr val="4A5B6B"/>
                </a:solidFill>
                <a:latin typeface="Arial"/>
                <a:ea typeface="Arial"/>
                <a:cs typeface="Arial"/>
              </a:defRPr>
            </a:lvl5pPr>
            <a:lvl6pPr>
              <a:defRPr sz="1200" b="0">
                <a:solidFill>
                  <a:srgbClr val="4A5B6B"/>
                </a:solidFill>
                <a:latin typeface="Arial"/>
                <a:ea typeface="Arial"/>
                <a:cs typeface="Arial"/>
              </a:defRPr>
            </a:lvl6pPr>
            <a:lvl7pPr>
              <a:defRPr sz="1200" b="0">
                <a:solidFill>
                  <a:srgbClr val="4A5B6B"/>
                </a:solidFill>
                <a:latin typeface="Arial"/>
                <a:ea typeface="Arial"/>
                <a:cs typeface="Arial"/>
              </a:defRPr>
            </a:lvl7pPr>
            <a:lvl8pPr>
              <a:defRPr sz="1200" b="0">
                <a:solidFill>
                  <a:srgbClr val="4A5B6B"/>
                </a:solidFill>
                <a:latin typeface="Arial"/>
                <a:ea typeface="Arial"/>
                <a:cs typeface="Arial"/>
              </a:defRPr>
            </a:lvl8pPr>
            <a:lvl9pPr>
              <a:defRPr sz="1200" b="0">
                <a:solidFill>
                  <a:srgbClr val="4A5B6B"/>
                </a:solidFill>
                <a:latin typeface="Arial"/>
                <a:ea typeface="Arial"/>
                <a:cs typeface="Arial"/>
              </a:defRPr>
            </a:lvl9pPr>
          </a:lstStyle>
          <a:p xmlns:a="http://schemas.openxmlformats.org/drawingml/2006/main">
            <a:pPr>
              <a:defRPr sz="1200" b="0">
                <a:solidFill>
                  <a:srgbClr val="4A5B6B"/>
                </a:solidFill>
                <a:latin typeface="Arial"/>
                <a:ea typeface="Arial"/>
                <a:cs typeface="Arial"/>
              </a:defRPr>
            </a:pPr>
            <a:r>
              <a:rPr sz="1200" b="0">
                <a:solidFill>
                  <a:srgbClr val="4A5B6B"/>
                </a:solidFill>
                <a:latin typeface="Arial"/>
                <a:ea typeface="Arial"/>
                <a:cs typeface="Arial"/>
              </a:rPr>
              <a:t>09 / 14</a:t>
            </a:r>
          </a:p>
        </p:txBody>
      </p:sp>
    </p:spTree>
    <p:extLst>
      <p:ext uri="{BB962C8B-B14F-4D97-AF65-F5344CB8AC3E}">
        <p14:creationId xmlns:p14="http://schemas.microsoft.com/office/powerpoint/2010/main" val="988935505"/>
      </p:ext>
    </p:extLst>
  </p:cSld>
</p:sld>
</file>

<file path=ppt/slides/slide10.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A42D08A-0DE2-412C-BE6E-2EEAA6C26E92}"/>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168A84"/>
                </a:solidFill>
                <a:latin typeface="Arial"/>
                <a:ea typeface="Arial"/>
                <a:cs typeface="Arial"/>
              </a:defRPr>
            </a:defPPr>
            <a:lvl1pPr>
              <a:defRPr sz="1350" b="1">
                <a:solidFill>
                  <a:srgbClr val="168A84"/>
                </a:solidFill>
                <a:latin typeface="Arial"/>
                <a:ea typeface="Arial"/>
                <a:cs typeface="Arial"/>
              </a:defRPr>
            </a:lvl1pPr>
            <a:lvl2pPr>
              <a:defRPr sz="1350" b="1">
                <a:solidFill>
                  <a:srgbClr val="168A84"/>
                </a:solidFill>
                <a:latin typeface="Arial"/>
                <a:ea typeface="Arial"/>
                <a:cs typeface="Arial"/>
              </a:defRPr>
            </a:lvl2pPr>
            <a:lvl3pPr>
              <a:defRPr sz="1350" b="1">
                <a:solidFill>
                  <a:srgbClr val="168A84"/>
                </a:solidFill>
                <a:latin typeface="Arial"/>
                <a:ea typeface="Arial"/>
                <a:cs typeface="Arial"/>
              </a:defRPr>
            </a:lvl3pPr>
            <a:lvl4pPr>
              <a:defRPr sz="1350" b="1">
                <a:solidFill>
                  <a:srgbClr val="168A84"/>
                </a:solidFill>
                <a:latin typeface="Arial"/>
                <a:ea typeface="Arial"/>
                <a:cs typeface="Arial"/>
              </a:defRPr>
            </a:lvl4pPr>
            <a:lvl5pPr>
              <a:defRPr sz="1350" b="1">
                <a:solidFill>
                  <a:srgbClr val="168A84"/>
                </a:solidFill>
                <a:latin typeface="Arial"/>
                <a:ea typeface="Arial"/>
                <a:cs typeface="Arial"/>
              </a:defRPr>
            </a:lvl5pPr>
            <a:lvl6pPr>
              <a:defRPr sz="1350" b="1">
                <a:solidFill>
                  <a:srgbClr val="168A84"/>
                </a:solidFill>
                <a:latin typeface="Arial"/>
                <a:ea typeface="Arial"/>
                <a:cs typeface="Arial"/>
              </a:defRPr>
            </a:lvl6pPr>
            <a:lvl7pPr>
              <a:defRPr sz="1350" b="1">
                <a:solidFill>
                  <a:srgbClr val="168A84"/>
                </a:solidFill>
                <a:latin typeface="Arial"/>
                <a:ea typeface="Arial"/>
                <a:cs typeface="Arial"/>
              </a:defRPr>
            </a:lvl7pPr>
            <a:lvl8pPr>
              <a:defRPr sz="1350" b="1">
                <a:solidFill>
                  <a:srgbClr val="168A84"/>
                </a:solidFill>
                <a:latin typeface="Arial"/>
                <a:ea typeface="Arial"/>
                <a:cs typeface="Arial"/>
              </a:defRPr>
            </a:lvl8pPr>
            <a:lvl9pPr>
              <a:defRPr sz="1350" b="1">
                <a:solidFill>
                  <a:srgbClr val="168A84"/>
                </a:solidFill>
                <a:latin typeface="Arial"/>
                <a:ea typeface="Arial"/>
                <a:cs typeface="Arial"/>
              </a:defRPr>
            </a:lvl9pPr>
          </a:lstStyle>
          <a:p xmlns:a="http://schemas.openxmlformats.org/drawingml/2006/main">
            <a:pPr>
              <a:defRPr sz="1350" b="1">
                <a:solidFill>
                  <a:srgbClr val="168A84"/>
                </a:solidFill>
                <a:latin typeface="Arial"/>
                <a:ea typeface="Arial"/>
                <a:cs typeface="Arial"/>
              </a:defRPr>
            </a:pPr>
            <a:r>
              <a:rPr sz="1350" b="1">
                <a:solidFill>
                  <a:srgbClr val="168A84"/>
                </a:solidFill>
                <a:latin typeface="Arial"/>
                <a:ea typeface="Arial"/>
                <a:cs typeface="Arial"/>
              </a:rPr>
              <a:t>S00  /  ORIENTATION</a:t>
            </a:r>
          </a:p>
        </p:txBody>
      </p:sp>
      <p:sp>
        <p:nvSpPr>
          <p:cNvPr id="3" name="">
            <a:extLst xmlns:a="http://schemas.openxmlformats.org/drawingml/2006/main">
              <a:ext uri="{FF2B5EF4-FFF2-40B4-BE49-F238E27FC236}">
                <a16:creationId xmlns:a16="http://schemas.microsoft.com/office/drawing/2014/main" id="{82B4234B-B3F8-465F-807C-5D4A612505E6}"/>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4233B"/>
                </a:solidFill>
                <a:latin typeface="Arial"/>
                <a:ea typeface="Arial"/>
                <a:cs typeface="Arial"/>
              </a:defRPr>
            </a:defPPr>
            <a:lvl1pPr>
              <a:defRPr sz="3300" b="1">
                <a:solidFill>
                  <a:srgbClr val="14233B"/>
                </a:solidFill>
                <a:latin typeface="Arial"/>
                <a:ea typeface="Arial"/>
                <a:cs typeface="Arial"/>
              </a:defRPr>
            </a:lvl1pPr>
            <a:lvl2pPr>
              <a:defRPr sz="3300" b="1">
                <a:solidFill>
                  <a:srgbClr val="14233B"/>
                </a:solidFill>
                <a:latin typeface="Arial"/>
                <a:ea typeface="Arial"/>
                <a:cs typeface="Arial"/>
              </a:defRPr>
            </a:lvl2pPr>
            <a:lvl3pPr>
              <a:defRPr sz="3300" b="1">
                <a:solidFill>
                  <a:srgbClr val="14233B"/>
                </a:solidFill>
                <a:latin typeface="Arial"/>
                <a:ea typeface="Arial"/>
                <a:cs typeface="Arial"/>
              </a:defRPr>
            </a:lvl3pPr>
            <a:lvl4pPr>
              <a:defRPr sz="3300" b="1">
                <a:solidFill>
                  <a:srgbClr val="14233B"/>
                </a:solidFill>
                <a:latin typeface="Arial"/>
                <a:ea typeface="Arial"/>
                <a:cs typeface="Arial"/>
              </a:defRPr>
            </a:lvl4pPr>
            <a:lvl5pPr>
              <a:defRPr sz="3300" b="1">
                <a:solidFill>
                  <a:srgbClr val="14233B"/>
                </a:solidFill>
                <a:latin typeface="Arial"/>
                <a:ea typeface="Arial"/>
                <a:cs typeface="Arial"/>
              </a:defRPr>
            </a:lvl5pPr>
            <a:lvl6pPr>
              <a:defRPr sz="3300" b="1">
                <a:solidFill>
                  <a:srgbClr val="14233B"/>
                </a:solidFill>
                <a:latin typeface="Arial"/>
                <a:ea typeface="Arial"/>
                <a:cs typeface="Arial"/>
              </a:defRPr>
            </a:lvl6pPr>
            <a:lvl7pPr>
              <a:defRPr sz="3300" b="1">
                <a:solidFill>
                  <a:srgbClr val="14233B"/>
                </a:solidFill>
                <a:latin typeface="Arial"/>
                <a:ea typeface="Arial"/>
                <a:cs typeface="Arial"/>
              </a:defRPr>
            </a:lvl7pPr>
            <a:lvl8pPr>
              <a:defRPr sz="3300" b="1">
                <a:solidFill>
                  <a:srgbClr val="14233B"/>
                </a:solidFill>
                <a:latin typeface="Arial"/>
                <a:ea typeface="Arial"/>
                <a:cs typeface="Arial"/>
              </a:defRPr>
            </a:lvl8pPr>
            <a:lvl9pPr>
              <a:defRPr sz="3300" b="1">
                <a:solidFill>
                  <a:srgbClr val="14233B"/>
                </a:solidFill>
                <a:latin typeface="Arial"/>
                <a:ea typeface="Arial"/>
                <a:cs typeface="Arial"/>
              </a:defRPr>
            </a:lvl9pPr>
          </a:lstStyle>
          <a:p xmlns:a="http://schemas.openxmlformats.org/drawingml/2006/main">
            <a:pPr>
              <a:defRPr sz="3300" b="1">
                <a:solidFill>
                  <a:srgbClr val="14233B"/>
                </a:solidFill>
                <a:latin typeface="Arial"/>
                <a:ea typeface="Arial"/>
                <a:cs typeface="Arial"/>
              </a:defRPr>
            </a:pPr>
            <a:r>
              <a:rPr sz="3300" b="1">
                <a:solidFill>
                  <a:srgbClr val="14233B"/>
                </a:solidFill>
                <a:latin typeface="Arial"/>
                <a:ea typeface="Arial"/>
                <a:cs typeface="Arial"/>
              </a:rPr>
              <a:t>First experiment · basics</a:t>
            </a:r>
          </a:p>
        </p:txBody>
      </p:sp>
      <p:sp>
        <p:nvSpPr>
          <p:cNvPr id="4" name="">
            <a:extLst xmlns:a="http://schemas.openxmlformats.org/drawingml/2006/main">
              <a:ext uri="{FF2B5EF4-FFF2-40B4-BE49-F238E27FC236}">
                <a16:creationId xmlns:a16="http://schemas.microsoft.com/office/drawing/2014/main" id="{7A65DE51-C02C-496D-8F2E-E1AE74B5ED81}"/>
              </a:ext>
            </a:extLst>
          </p:cNvPr>
          <p:cNvSpPr>
            <a:spLocks xmlns:a="http://schemas.openxmlformats.org/drawingml/2006/main" noGrp="1"/>
          </p:cNvSpPr>
          <p:nvPr/>
        </p:nvSpPr>
        <p:spPr>
          <a:xfrm xmlns:a="http://schemas.openxmlformats.org/drawingml/2006/main">
            <a:off x="609600" y="1638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14233B"/>
                </a:solidFill>
                <a:latin typeface="Arial"/>
                <a:ea typeface="Arial"/>
                <a:cs typeface="Arial"/>
              </a:defRPr>
            </a:defPPr>
            <a:lvl1pPr>
              <a:defRPr sz="1875" b="1">
                <a:solidFill>
                  <a:srgbClr val="14233B"/>
                </a:solidFill>
                <a:latin typeface="Arial"/>
                <a:ea typeface="Arial"/>
                <a:cs typeface="Arial"/>
              </a:defRPr>
            </a:lvl1pPr>
            <a:lvl2pPr>
              <a:defRPr sz="1875" b="1">
                <a:solidFill>
                  <a:srgbClr val="14233B"/>
                </a:solidFill>
                <a:latin typeface="Arial"/>
                <a:ea typeface="Arial"/>
                <a:cs typeface="Arial"/>
              </a:defRPr>
            </a:lvl2pPr>
            <a:lvl3pPr>
              <a:defRPr sz="1875" b="1">
                <a:solidFill>
                  <a:srgbClr val="14233B"/>
                </a:solidFill>
                <a:latin typeface="Arial"/>
                <a:ea typeface="Arial"/>
                <a:cs typeface="Arial"/>
              </a:defRPr>
            </a:lvl3pPr>
            <a:lvl4pPr>
              <a:defRPr sz="1875" b="1">
                <a:solidFill>
                  <a:srgbClr val="14233B"/>
                </a:solidFill>
                <a:latin typeface="Arial"/>
                <a:ea typeface="Arial"/>
                <a:cs typeface="Arial"/>
              </a:defRPr>
            </a:lvl4pPr>
            <a:lvl5pPr>
              <a:defRPr sz="1875" b="1">
                <a:solidFill>
                  <a:srgbClr val="14233B"/>
                </a:solidFill>
                <a:latin typeface="Arial"/>
                <a:ea typeface="Arial"/>
                <a:cs typeface="Arial"/>
              </a:defRPr>
            </a:lvl5pPr>
            <a:lvl6pPr>
              <a:defRPr sz="1875" b="1">
                <a:solidFill>
                  <a:srgbClr val="14233B"/>
                </a:solidFill>
                <a:latin typeface="Arial"/>
                <a:ea typeface="Arial"/>
                <a:cs typeface="Arial"/>
              </a:defRPr>
            </a:lvl6pPr>
            <a:lvl7pPr>
              <a:defRPr sz="1875" b="1">
                <a:solidFill>
                  <a:srgbClr val="14233B"/>
                </a:solidFill>
                <a:latin typeface="Arial"/>
                <a:ea typeface="Arial"/>
                <a:cs typeface="Arial"/>
              </a:defRPr>
            </a:lvl7pPr>
            <a:lvl8pPr>
              <a:defRPr sz="1875" b="1">
                <a:solidFill>
                  <a:srgbClr val="14233B"/>
                </a:solidFill>
                <a:latin typeface="Arial"/>
                <a:ea typeface="Arial"/>
                <a:cs typeface="Arial"/>
              </a:defRPr>
            </a:lvl8pPr>
            <a:lvl9pPr>
              <a:defRPr sz="1875" b="1">
                <a:solidFill>
                  <a:srgbClr val="14233B"/>
                </a:solidFill>
                <a:latin typeface="Arial"/>
                <a:ea typeface="Arial"/>
                <a:cs typeface="Arial"/>
              </a:defRPr>
            </a:lvl9pPr>
          </a:lstStyle>
          <a:p xmlns:a="http://schemas.openxmlformats.org/drawingml/2006/main">
            <a:pPr>
              <a:defRPr sz="1875" b="1">
                <a:solidFill>
                  <a:srgbClr val="14233B"/>
                </a:solidFill>
                <a:latin typeface="Arial"/>
                <a:ea typeface="Arial"/>
                <a:cs typeface="Arial"/>
              </a:defRPr>
            </a:pPr>
            <a:r>
              <a:rPr sz="1875" b="1">
                <a:solidFill>
                  <a:srgbClr val="14233B"/>
                </a:solidFill>
                <a:latin typeface="Arial"/>
                <a:ea typeface="Arial"/>
                <a:cs typeface="Arial"/>
              </a:rPr>
              <a:t>Windows · PowerShell</a:t>
            </a:r>
          </a:p>
        </p:txBody>
      </p:sp>
      <p:sp>
        <p:nvSpPr>
          <p:cNvPr id="5" name="">
            <a:extLst xmlns:a="http://schemas.openxmlformats.org/drawingml/2006/main">
              <a:ext uri="{FF2B5EF4-FFF2-40B4-BE49-F238E27FC236}">
                <a16:creationId xmlns:a16="http://schemas.microsoft.com/office/drawing/2014/main" id="{E3E50D1D-F9F2-420A-8ABB-958BEEB82CC2}"/>
              </a:ext>
            </a:extLst>
          </p:cNvPr>
          <p:cNvSpPr>
            <a:spLocks xmlns:a="http://schemas.openxmlformats.org/drawingml/2006/main" noGrp="1"/>
          </p:cNvSpPr>
          <p:nvPr/>
        </p:nvSpPr>
        <p:spPr>
          <a:xfrm xmlns:a="http://schemas.openxmlformats.org/drawingml/2006/main">
            <a:off x="609600" y="2057400"/>
            <a:ext cx="10972800" cy="1285875"/>
          </a:xfrm>
          <a:prstGeom xmlns:a="http://schemas.openxmlformats.org/drawingml/2006/main" prst="rect">
            <a:avLst/>
          </a:prstGeom>
          <a:solidFill xmlns:a="http://schemas.openxmlformats.org/drawingml/2006/main">
            <a:srgbClr val="14233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D9A9F51-0FBE-4B39-8263-0819B2A2927A}"/>
              </a:ext>
            </a:extLst>
          </p:cNvPr>
          <p:cNvSpPr>
            <a:spLocks xmlns:a="http://schemas.openxmlformats.org/drawingml/2006/main" noGrp="1"/>
          </p:cNvSpPr>
          <p:nvPr/>
        </p:nvSpPr>
        <p:spPr>
          <a:xfrm xmlns:a="http://schemas.openxmlformats.org/drawingml/2006/main">
            <a:off x="800100" y="2228850"/>
            <a:ext cx="10591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F5F3EE"/>
                </a:solidFill>
                <a:latin typeface="Consolas"/>
                <a:ea typeface="Consolas"/>
                <a:cs typeface="Consolas"/>
              </a:defRPr>
            </a:defPPr>
            <a:lvl1pPr>
              <a:defRPr sz="1725" b="0">
                <a:solidFill>
                  <a:srgbClr val="F5F3EE"/>
                </a:solidFill>
                <a:latin typeface="Consolas"/>
                <a:ea typeface="Consolas"/>
                <a:cs typeface="Consolas"/>
              </a:defRPr>
            </a:lvl1pPr>
            <a:lvl2pPr>
              <a:defRPr sz="1725" b="0">
                <a:solidFill>
                  <a:srgbClr val="F5F3EE"/>
                </a:solidFill>
                <a:latin typeface="Consolas"/>
                <a:ea typeface="Consolas"/>
                <a:cs typeface="Consolas"/>
              </a:defRPr>
            </a:lvl2pPr>
            <a:lvl3pPr>
              <a:defRPr sz="1725" b="0">
                <a:solidFill>
                  <a:srgbClr val="F5F3EE"/>
                </a:solidFill>
                <a:latin typeface="Consolas"/>
                <a:ea typeface="Consolas"/>
                <a:cs typeface="Consolas"/>
              </a:defRPr>
            </a:lvl3pPr>
            <a:lvl4pPr>
              <a:defRPr sz="1725" b="0">
                <a:solidFill>
                  <a:srgbClr val="F5F3EE"/>
                </a:solidFill>
                <a:latin typeface="Consolas"/>
                <a:ea typeface="Consolas"/>
                <a:cs typeface="Consolas"/>
              </a:defRPr>
            </a:lvl4pPr>
            <a:lvl5pPr>
              <a:defRPr sz="1725" b="0">
                <a:solidFill>
                  <a:srgbClr val="F5F3EE"/>
                </a:solidFill>
                <a:latin typeface="Consolas"/>
                <a:ea typeface="Consolas"/>
                <a:cs typeface="Consolas"/>
              </a:defRPr>
            </a:lvl5pPr>
            <a:lvl6pPr>
              <a:defRPr sz="1725" b="0">
                <a:solidFill>
                  <a:srgbClr val="F5F3EE"/>
                </a:solidFill>
                <a:latin typeface="Consolas"/>
                <a:ea typeface="Consolas"/>
                <a:cs typeface="Consolas"/>
              </a:defRPr>
            </a:lvl6pPr>
            <a:lvl7pPr>
              <a:defRPr sz="1725" b="0">
                <a:solidFill>
                  <a:srgbClr val="F5F3EE"/>
                </a:solidFill>
                <a:latin typeface="Consolas"/>
                <a:ea typeface="Consolas"/>
                <a:cs typeface="Consolas"/>
              </a:defRPr>
            </a:lvl7pPr>
            <a:lvl8pPr>
              <a:defRPr sz="1725" b="0">
                <a:solidFill>
                  <a:srgbClr val="F5F3EE"/>
                </a:solidFill>
                <a:latin typeface="Consolas"/>
                <a:ea typeface="Consolas"/>
                <a:cs typeface="Consolas"/>
              </a:defRPr>
            </a:lvl8pPr>
            <a:lvl9pPr>
              <a:defRPr sz="1725" b="0">
                <a:solidFill>
                  <a:srgbClr val="F5F3EE"/>
                </a:solidFill>
                <a:latin typeface="Consolas"/>
                <a:ea typeface="Consolas"/>
                <a:cs typeface="Consolas"/>
              </a:defRPr>
            </a:lvl9pPr>
          </a:lstStyle>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.\.venv\Scripts\python.exe -m qubit_course.cli basics `</a:t>
            </a:r>
          </a:p>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  --seed 42 --output runs/first</a:t>
            </a:r>
          </a:p>
        </p:txBody>
      </p:sp>
      <p:sp>
        <p:nvSpPr>
          <p:cNvPr id="7" name="">
            <a:extLst xmlns:a="http://schemas.openxmlformats.org/drawingml/2006/main">
              <a:ext uri="{FF2B5EF4-FFF2-40B4-BE49-F238E27FC236}">
                <a16:creationId xmlns:a16="http://schemas.microsoft.com/office/drawing/2014/main" id="{514B36DC-E4AF-4A79-9E42-5CAE12272A26}"/>
              </a:ext>
            </a:extLst>
          </p:cNvPr>
          <p:cNvSpPr>
            <a:spLocks xmlns:a="http://schemas.openxmlformats.org/drawingml/2006/main" noGrp="1"/>
          </p:cNvSpPr>
          <p:nvPr/>
        </p:nvSpPr>
        <p:spPr>
          <a:xfrm xmlns:a="http://schemas.openxmlformats.org/drawingml/2006/main">
            <a:off x="609600" y="36385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14233B"/>
                </a:solidFill>
                <a:latin typeface="Arial"/>
                <a:ea typeface="Arial"/>
                <a:cs typeface="Arial"/>
              </a:defRPr>
            </a:defPPr>
            <a:lvl1pPr>
              <a:defRPr sz="1875" b="1">
                <a:solidFill>
                  <a:srgbClr val="14233B"/>
                </a:solidFill>
                <a:latin typeface="Arial"/>
                <a:ea typeface="Arial"/>
                <a:cs typeface="Arial"/>
              </a:defRPr>
            </a:lvl1pPr>
            <a:lvl2pPr>
              <a:defRPr sz="1875" b="1">
                <a:solidFill>
                  <a:srgbClr val="14233B"/>
                </a:solidFill>
                <a:latin typeface="Arial"/>
                <a:ea typeface="Arial"/>
                <a:cs typeface="Arial"/>
              </a:defRPr>
            </a:lvl2pPr>
            <a:lvl3pPr>
              <a:defRPr sz="1875" b="1">
                <a:solidFill>
                  <a:srgbClr val="14233B"/>
                </a:solidFill>
                <a:latin typeface="Arial"/>
                <a:ea typeface="Arial"/>
                <a:cs typeface="Arial"/>
              </a:defRPr>
            </a:lvl3pPr>
            <a:lvl4pPr>
              <a:defRPr sz="1875" b="1">
                <a:solidFill>
                  <a:srgbClr val="14233B"/>
                </a:solidFill>
                <a:latin typeface="Arial"/>
                <a:ea typeface="Arial"/>
                <a:cs typeface="Arial"/>
              </a:defRPr>
            </a:lvl4pPr>
            <a:lvl5pPr>
              <a:defRPr sz="1875" b="1">
                <a:solidFill>
                  <a:srgbClr val="14233B"/>
                </a:solidFill>
                <a:latin typeface="Arial"/>
                <a:ea typeface="Arial"/>
                <a:cs typeface="Arial"/>
              </a:defRPr>
            </a:lvl5pPr>
            <a:lvl6pPr>
              <a:defRPr sz="1875" b="1">
                <a:solidFill>
                  <a:srgbClr val="14233B"/>
                </a:solidFill>
                <a:latin typeface="Arial"/>
                <a:ea typeface="Arial"/>
                <a:cs typeface="Arial"/>
              </a:defRPr>
            </a:lvl6pPr>
            <a:lvl7pPr>
              <a:defRPr sz="1875" b="1">
                <a:solidFill>
                  <a:srgbClr val="14233B"/>
                </a:solidFill>
                <a:latin typeface="Arial"/>
                <a:ea typeface="Arial"/>
                <a:cs typeface="Arial"/>
              </a:defRPr>
            </a:lvl7pPr>
            <a:lvl8pPr>
              <a:defRPr sz="1875" b="1">
                <a:solidFill>
                  <a:srgbClr val="14233B"/>
                </a:solidFill>
                <a:latin typeface="Arial"/>
                <a:ea typeface="Arial"/>
                <a:cs typeface="Arial"/>
              </a:defRPr>
            </a:lvl8pPr>
            <a:lvl9pPr>
              <a:defRPr sz="1875" b="1">
                <a:solidFill>
                  <a:srgbClr val="14233B"/>
                </a:solidFill>
                <a:latin typeface="Arial"/>
                <a:ea typeface="Arial"/>
                <a:cs typeface="Arial"/>
              </a:defRPr>
            </a:lvl9pPr>
          </a:lstStyle>
          <a:p xmlns:a="http://schemas.openxmlformats.org/drawingml/2006/main">
            <a:pPr>
              <a:defRPr sz="1875" b="1">
                <a:solidFill>
                  <a:srgbClr val="14233B"/>
                </a:solidFill>
                <a:latin typeface="Arial"/>
                <a:ea typeface="Arial"/>
                <a:cs typeface="Arial"/>
              </a:defRPr>
            </a:pPr>
            <a:r>
              <a:rPr sz="1875" b="1">
                <a:solidFill>
                  <a:srgbClr val="14233B"/>
                </a:solidFill>
                <a:latin typeface="Arial"/>
                <a:ea typeface="Arial"/>
                <a:cs typeface="Arial"/>
              </a:rPr>
              <a:t>Ubuntu · Bash</a:t>
            </a:r>
          </a:p>
        </p:txBody>
      </p:sp>
      <p:sp>
        <p:nvSpPr>
          <p:cNvPr id="8" name="">
            <a:extLst xmlns:a="http://schemas.openxmlformats.org/drawingml/2006/main">
              <a:ext uri="{FF2B5EF4-FFF2-40B4-BE49-F238E27FC236}">
                <a16:creationId xmlns:a16="http://schemas.microsoft.com/office/drawing/2014/main" id="{682E52B7-A3D7-4D5F-8F5D-F0FFBA4276BC}"/>
              </a:ext>
            </a:extLst>
          </p:cNvPr>
          <p:cNvSpPr>
            <a:spLocks xmlns:a="http://schemas.openxmlformats.org/drawingml/2006/main" noGrp="1"/>
          </p:cNvSpPr>
          <p:nvPr/>
        </p:nvSpPr>
        <p:spPr>
          <a:xfrm xmlns:a="http://schemas.openxmlformats.org/drawingml/2006/main">
            <a:off x="609600" y="4057650"/>
            <a:ext cx="10972800" cy="1285875"/>
          </a:xfrm>
          <a:prstGeom xmlns:a="http://schemas.openxmlformats.org/drawingml/2006/main" prst="rect">
            <a:avLst/>
          </a:prstGeom>
          <a:solidFill xmlns:a="http://schemas.openxmlformats.org/drawingml/2006/main">
            <a:srgbClr val="14233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4BC2B2B-CBDB-4D9F-98F0-2D087CD1715E}"/>
              </a:ext>
            </a:extLst>
          </p:cNvPr>
          <p:cNvSpPr>
            <a:spLocks xmlns:a="http://schemas.openxmlformats.org/drawingml/2006/main" noGrp="1"/>
          </p:cNvSpPr>
          <p:nvPr/>
        </p:nvSpPr>
        <p:spPr>
          <a:xfrm xmlns:a="http://schemas.openxmlformats.org/drawingml/2006/main">
            <a:off x="800100" y="4229100"/>
            <a:ext cx="10591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F5F3EE"/>
                </a:solidFill>
                <a:latin typeface="Consolas"/>
                <a:ea typeface="Consolas"/>
                <a:cs typeface="Consolas"/>
              </a:defRPr>
            </a:defPPr>
            <a:lvl1pPr>
              <a:defRPr sz="1725" b="0">
                <a:solidFill>
                  <a:srgbClr val="F5F3EE"/>
                </a:solidFill>
                <a:latin typeface="Consolas"/>
                <a:ea typeface="Consolas"/>
                <a:cs typeface="Consolas"/>
              </a:defRPr>
            </a:lvl1pPr>
            <a:lvl2pPr>
              <a:defRPr sz="1725" b="0">
                <a:solidFill>
                  <a:srgbClr val="F5F3EE"/>
                </a:solidFill>
                <a:latin typeface="Consolas"/>
                <a:ea typeface="Consolas"/>
                <a:cs typeface="Consolas"/>
              </a:defRPr>
            </a:lvl2pPr>
            <a:lvl3pPr>
              <a:defRPr sz="1725" b="0">
                <a:solidFill>
                  <a:srgbClr val="F5F3EE"/>
                </a:solidFill>
                <a:latin typeface="Consolas"/>
                <a:ea typeface="Consolas"/>
                <a:cs typeface="Consolas"/>
              </a:defRPr>
            </a:lvl3pPr>
            <a:lvl4pPr>
              <a:defRPr sz="1725" b="0">
                <a:solidFill>
                  <a:srgbClr val="F5F3EE"/>
                </a:solidFill>
                <a:latin typeface="Consolas"/>
                <a:ea typeface="Consolas"/>
                <a:cs typeface="Consolas"/>
              </a:defRPr>
            </a:lvl4pPr>
            <a:lvl5pPr>
              <a:defRPr sz="1725" b="0">
                <a:solidFill>
                  <a:srgbClr val="F5F3EE"/>
                </a:solidFill>
                <a:latin typeface="Consolas"/>
                <a:ea typeface="Consolas"/>
                <a:cs typeface="Consolas"/>
              </a:defRPr>
            </a:lvl5pPr>
            <a:lvl6pPr>
              <a:defRPr sz="1725" b="0">
                <a:solidFill>
                  <a:srgbClr val="F5F3EE"/>
                </a:solidFill>
                <a:latin typeface="Consolas"/>
                <a:ea typeface="Consolas"/>
                <a:cs typeface="Consolas"/>
              </a:defRPr>
            </a:lvl6pPr>
            <a:lvl7pPr>
              <a:defRPr sz="1725" b="0">
                <a:solidFill>
                  <a:srgbClr val="F5F3EE"/>
                </a:solidFill>
                <a:latin typeface="Consolas"/>
                <a:ea typeface="Consolas"/>
                <a:cs typeface="Consolas"/>
              </a:defRPr>
            </a:lvl7pPr>
            <a:lvl8pPr>
              <a:defRPr sz="1725" b="0">
                <a:solidFill>
                  <a:srgbClr val="F5F3EE"/>
                </a:solidFill>
                <a:latin typeface="Consolas"/>
                <a:ea typeface="Consolas"/>
                <a:cs typeface="Consolas"/>
              </a:defRPr>
            </a:lvl8pPr>
            <a:lvl9pPr>
              <a:defRPr sz="1725" b="0">
                <a:solidFill>
                  <a:srgbClr val="F5F3EE"/>
                </a:solidFill>
                <a:latin typeface="Consolas"/>
                <a:ea typeface="Consolas"/>
                <a:cs typeface="Consolas"/>
              </a:defRPr>
            </a:lvl9pPr>
          </a:lstStyle>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./.venv/bin/python -m qubit_course.cli basics \</a:t>
            </a:r>
          </a:p>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  --seed 42 --output runs/first</a:t>
            </a:r>
          </a:p>
        </p:txBody>
      </p:sp>
      <p:sp>
        <p:nvSpPr>
          <p:cNvPr id="10" name="">
            <a:extLst xmlns:a="http://schemas.openxmlformats.org/drawingml/2006/main">
              <a:ext uri="{FF2B5EF4-FFF2-40B4-BE49-F238E27FC236}">
                <a16:creationId xmlns:a16="http://schemas.microsoft.com/office/drawing/2014/main" id="{FA4103F8-2547-47D9-9E35-A78AB30DE335}"/>
              </a:ext>
            </a:extLst>
          </p:cNvPr>
          <p:cNvSpPr>
            <a:spLocks xmlns:a="http://schemas.openxmlformats.org/drawingml/2006/main" noGrp="1"/>
          </p:cNvSpPr>
          <p:nvPr/>
        </p:nvSpPr>
        <p:spPr>
          <a:xfrm xmlns:a="http://schemas.openxmlformats.org/drawingml/2006/main">
            <a:off x="609600" y="5762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4A5B6B"/>
                </a:solidFill>
                <a:latin typeface="Arial"/>
                <a:ea typeface="Arial"/>
                <a:cs typeface="Arial"/>
              </a:defRPr>
            </a:defPPr>
            <a:lvl1pPr>
              <a:defRPr sz="1725" b="0">
                <a:solidFill>
                  <a:srgbClr val="4A5B6B"/>
                </a:solidFill>
                <a:latin typeface="Arial"/>
                <a:ea typeface="Arial"/>
                <a:cs typeface="Arial"/>
              </a:defRPr>
            </a:lvl1pPr>
            <a:lvl2pPr>
              <a:defRPr sz="1725" b="0">
                <a:solidFill>
                  <a:srgbClr val="4A5B6B"/>
                </a:solidFill>
                <a:latin typeface="Arial"/>
                <a:ea typeface="Arial"/>
                <a:cs typeface="Arial"/>
              </a:defRPr>
            </a:lvl2pPr>
            <a:lvl3pPr>
              <a:defRPr sz="1725" b="0">
                <a:solidFill>
                  <a:srgbClr val="4A5B6B"/>
                </a:solidFill>
                <a:latin typeface="Arial"/>
                <a:ea typeface="Arial"/>
                <a:cs typeface="Arial"/>
              </a:defRPr>
            </a:lvl3pPr>
            <a:lvl4pPr>
              <a:defRPr sz="1725" b="0">
                <a:solidFill>
                  <a:srgbClr val="4A5B6B"/>
                </a:solidFill>
                <a:latin typeface="Arial"/>
                <a:ea typeface="Arial"/>
                <a:cs typeface="Arial"/>
              </a:defRPr>
            </a:lvl4pPr>
            <a:lvl5pPr>
              <a:defRPr sz="1725" b="0">
                <a:solidFill>
                  <a:srgbClr val="4A5B6B"/>
                </a:solidFill>
                <a:latin typeface="Arial"/>
                <a:ea typeface="Arial"/>
                <a:cs typeface="Arial"/>
              </a:defRPr>
            </a:lvl5pPr>
            <a:lvl6pPr>
              <a:defRPr sz="1725" b="0">
                <a:solidFill>
                  <a:srgbClr val="4A5B6B"/>
                </a:solidFill>
                <a:latin typeface="Arial"/>
                <a:ea typeface="Arial"/>
                <a:cs typeface="Arial"/>
              </a:defRPr>
            </a:lvl6pPr>
            <a:lvl7pPr>
              <a:defRPr sz="1725" b="0">
                <a:solidFill>
                  <a:srgbClr val="4A5B6B"/>
                </a:solidFill>
                <a:latin typeface="Arial"/>
                <a:ea typeface="Arial"/>
                <a:cs typeface="Arial"/>
              </a:defRPr>
            </a:lvl7pPr>
            <a:lvl8pPr>
              <a:defRPr sz="1725" b="0">
                <a:solidFill>
                  <a:srgbClr val="4A5B6B"/>
                </a:solidFill>
                <a:latin typeface="Arial"/>
                <a:ea typeface="Arial"/>
                <a:cs typeface="Arial"/>
              </a:defRPr>
            </a:lvl8pPr>
            <a:lvl9pPr>
              <a:defRPr sz="1725" b="0">
                <a:solidFill>
                  <a:srgbClr val="4A5B6B"/>
                </a:solidFill>
                <a:latin typeface="Arial"/>
                <a:ea typeface="Arial"/>
                <a:cs typeface="Arial"/>
              </a:defRPr>
            </a:lvl9pPr>
          </a:lstStyle>
          <a:p xmlns:a="http://schemas.openxmlformats.org/drawingml/2006/main">
            <a:pPr>
              <a:defRPr sz="1725" b="0">
                <a:solidFill>
                  <a:srgbClr val="4A5B6B"/>
                </a:solidFill>
                <a:latin typeface="Arial"/>
                <a:ea typeface="Arial"/>
                <a:cs typeface="Arial"/>
              </a:defRPr>
            </a:pPr>
            <a:r>
              <a:rPr sz="1725" b="0">
                <a:solidFill>
                  <a:srgbClr val="4A5B6B"/>
                </a:solidFill>
                <a:latin typeface="Arial"/>
                <a:ea typeface="Arial"/>
                <a:cs typeface="Arial"/>
              </a:rPr>
              <a:t>Choose one operating system. Output: runs/first/basics/</a:t>
            </a:r>
          </a:p>
        </p:txBody>
      </p:sp>
      <p:sp>
        <p:nvSpPr>
          <p:cNvPr id="11" name="">
            <a:extLst xmlns:a="http://schemas.openxmlformats.org/drawingml/2006/main">
              <a:ext uri="{FF2B5EF4-FFF2-40B4-BE49-F238E27FC236}">
                <a16:creationId xmlns:a16="http://schemas.microsoft.com/office/drawing/2014/main" id="{AFAF04F7-F709-43B9-B0E0-690F0D90534C}"/>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4A5B6B"/>
                </a:solidFill>
                <a:latin typeface="Arial"/>
                <a:ea typeface="Arial"/>
                <a:cs typeface="Arial"/>
              </a:defRPr>
            </a:defPPr>
            <a:lvl1pPr>
              <a:defRPr sz="1200" b="0">
                <a:solidFill>
                  <a:srgbClr val="4A5B6B"/>
                </a:solidFill>
                <a:latin typeface="Arial"/>
                <a:ea typeface="Arial"/>
                <a:cs typeface="Arial"/>
              </a:defRPr>
            </a:lvl1pPr>
            <a:lvl2pPr>
              <a:defRPr sz="1200" b="0">
                <a:solidFill>
                  <a:srgbClr val="4A5B6B"/>
                </a:solidFill>
                <a:latin typeface="Arial"/>
                <a:ea typeface="Arial"/>
                <a:cs typeface="Arial"/>
              </a:defRPr>
            </a:lvl2pPr>
            <a:lvl3pPr>
              <a:defRPr sz="1200" b="0">
                <a:solidFill>
                  <a:srgbClr val="4A5B6B"/>
                </a:solidFill>
                <a:latin typeface="Arial"/>
                <a:ea typeface="Arial"/>
                <a:cs typeface="Arial"/>
              </a:defRPr>
            </a:lvl3pPr>
            <a:lvl4pPr>
              <a:defRPr sz="1200" b="0">
                <a:solidFill>
                  <a:srgbClr val="4A5B6B"/>
                </a:solidFill>
                <a:latin typeface="Arial"/>
                <a:ea typeface="Arial"/>
                <a:cs typeface="Arial"/>
              </a:defRPr>
            </a:lvl4pPr>
            <a:lvl5pPr>
              <a:defRPr sz="1200" b="0">
                <a:solidFill>
                  <a:srgbClr val="4A5B6B"/>
                </a:solidFill>
                <a:latin typeface="Arial"/>
                <a:ea typeface="Arial"/>
                <a:cs typeface="Arial"/>
              </a:defRPr>
            </a:lvl5pPr>
            <a:lvl6pPr>
              <a:defRPr sz="1200" b="0">
                <a:solidFill>
                  <a:srgbClr val="4A5B6B"/>
                </a:solidFill>
                <a:latin typeface="Arial"/>
                <a:ea typeface="Arial"/>
                <a:cs typeface="Arial"/>
              </a:defRPr>
            </a:lvl6pPr>
            <a:lvl7pPr>
              <a:defRPr sz="1200" b="0">
                <a:solidFill>
                  <a:srgbClr val="4A5B6B"/>
                </a:solidFill>
                <a:latin typeface="Arial"/>
                <a:ea typeface="Arial"/>
                <a:cs typeface="Arial"/>
              </a:defRPr>
            </a:lvl7pPr>
            <a:lvl8pPr>
              <a:defRPr sz="1200" b="0">
                <a:solidFill>
                  <a:srgbClr val="4A5B6B"/>
                </a:solidFill>
                <a:latin typeface="Arial"/>
                <a:ea typeface="Arial"/>
                <a:cs typeface="Arial"/>
              </a:defRPr>
            </a:lvl8pPr>
            <a:lvl9pPr>
              <a:defRPr sz="1200" b="0">
                <a:solidFill>
                  <a:srgbClr val="4A5B6B"/>
                </a:solidFill>
                <a:latin typeface="Arial"/>
                <a:ea typeface="Arial"/>
                <a:cs typeface="Arial"/>
              </a:defRPr>
            </a:lvl9pPr>
          </a:lstStyle>
          <a:p xmlns:a="http://schemas.openxmlformats.org/drawingml/2006/main">
            <a:pPr>
              <a:defRPr sz="1200" b="0">
                <a:solidFill>
                  <a:srgbClr val="4A5B6B"/>
                </a:solidFill>
                <a:latin typeface="Arial"/>
                <a:ea typeface="Arial"/>
                <a:cs typeface="Arial"/>
              </a:defRPr>
            </a:pPr>
            <a:r>
              <a:rPr sz="1200" b="0">
                <a:solidFill>
                  <a:srgbClr val="4A5B6B"/>
                </a:solidFill>
                <a:latin typeface="Arial"/>
                <a:ea typeface="Arial"/>
                <a:cs typeface="Arial"/>
              </a:rPr>
              <a:t>10 / 14</a:t>
            </a:r>
          </a:p>
        </p:txBody>
      </p:sp>
    </p:spTree>
    <p:extLst>
      <p:ext uri="{BB962C8B-B14F-4D97-AF65-F5344CB8AC3E}">
        <p14:creationId xmlns:p14="http://schemas.microsoft.com/office/powerpoint/2010/main" val="831778659"/>
      </p:ext>
    </p:extLst>
  </p:cSld>
</p:sld>
</file>

<file path=ppt/slides/slide11.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B820C10-7283-4318-923B-1C9A23522FDA}"/>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168A84"/>
                </a:solidFill>
                <a:latin typeface="Arial"/>
                <a:ea typeface="Arial"/>
                <a:cs typeface="Arial"/>
              </a:defRPr>
            </a:defPPr>
            <a:lvl1pPr>
              <a:defRPr sz="1350" b="1">
                <a:solidFill>
                  <a:srgbClr val="168A84"/>
                </a:solidFill>
                <a:latin typeface="Arial"/>
                <a:ea typeface="Arial"/>
                <a:cs typeface="Arial"/>
              </a:defRPr>
            </a:lvl1pPr>
            <a:lvl2pPr>
              <a:defRPr sz="1350" b="1">
                <a:solidFill>
                  <a:srgbClr val="168A84"/>
                </a:solidFill>
                <a:latin typeface="Arial"/>
                <a:ea typeface="Arial"/>
                <a:cs typeface="Arial"/>
              </a:defRPr>
            </a:lvl2pPr>
            <a:lvl3pPr>
              <a:defRPr sz="1350" b="1">
                <a:solidFill>
                  <a:srgbClr val="168A84"/>
                </a:solidFill>
                <a:latin typeface="Arial"/>
                <a:ea typeface="Arial"/>
                <a:cs typeface="Arial"/>
              </a:defRPr>
            </a:lvl3pPr>
            <a:lvl4pPr>
              <a:defRPr sz="1350" b="1">
                <a:solidFill>
                  <a:srgbClr val="168A84"/>
                </a:solidFill>
                <a:latin typeface="Arial"/>
                <a:ea typeface="Arial"/>
                <a:cs typeface="Arial"/>
              </a:defRPr>
            </a:lvl4pPr>
            <a:lvl5pPr>
              <a:defRPr sz="1350" b="1">
                <a:solidFill>
                  <a:srgbClr val="168A84"/>
                </a:solidFill>
                <a:latin typeface="Arial"/>
                <a:ea typeface="Arial"/>
                <a:cs typeface="Arial"/>
              </a:defRPr>
            </a:lvl5pPr>
            <a:lvl6pPr>
              <a:defRPr sz="1350" b="1">
                <a:solidFill>
                  <a:srgbClr val="168A84"/>
                </a:solidFill>
                <a:latin typeface="Arial"/>
                <a:ea typeface="Arial"/>
                <a:cs typeface="Arial"/>
              </a:defRPr>
            </a:lvl6pPr>
            <a:lvl7pPr>
              <a:defRPr sz="1350" b="1">
                <a:solidFill>
                  <a:srgbClr val="168A84"/>
                </a:solidFill>
                <a:latin typeface="Arial"/>
                <a:ea typeface="Arial"/>
                <a:cs typeface="Arial"/>
              </a:defRPr>
            </a:lvl7pPr>
            <a:lvl8pPr>
              <a:defRPr sz="1350" b="1">
                <a:solidFill>
                  <a:srgbClr val="168A84"/>
                </a:solidFill>
                <a:latin typeface="Arial"/>
                <a:ea typeface="Arial"/>
                <a:cs typeface="Arial"/>
              </a:defRPr>
            </a:lvl8pPr>
            <a:lvl9pPr>
              <a:defRPr sz="1350" b="1">
                <a:solidFill>
                  <a:srgbClr val="168A84"/>
                </a:solidFill>
                <a:latin typeface="Arial"/>
                <a:ea typeface="Arial"/>
                <a:cs typeface="Arial"/>
              </a:defRPr>
            </a:lvl9pPr>
          </a:lstStyle>
          <a:p xmlns:a="http://schemas.openxmlformats.org/drawingml/2006/main">
            <a:pPr>
              <a:defRPr sz="1350" b="1">
                <a:solidFill>
                  <a:srgbClr val="168A84"/>
                </a:solidFill>
                <a:latin typeface="Arial"/>
                <a:ea typeface="Arial"/>
                <a:cs typeface="Arial"/>
              </a:defRPr>
            </a:pPr>
            <a:r>
              <a:rPr sz="1350" b="1">
                <a:solidFill>
                  <a:srgbClr val="168A84"/>
                </a:solidFill>
                <a:latin typeface="Arial"/>
                <a:ea typeface="Arial"/>
                <a:cs typeface="Arial"/>
              </a:rPr>
              <a:t>S00  /  ORIENTATION</a:t>
            </a:r>
          </a:p>
        </p:txBody>
      </p:sp>
      <p:sp>
        <p:nvSpPr>
          <p:cNvPr id="3" name="">
            <a:extLst xmlns:a="http://schemas.openxmlformats.org/drawingml/2006/main">
              <a:ext uri="{FF2B5EF4-FFF2-40B4-BE49-F238E27FC236}">
                <a16:creationId xmlns:a16="http://schemas.microsoft.com/office/drawing/2014/main" id="{AECF45E1-A8DF-4FD3-A318-A08D54321AC2}"/>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4233B"/>
                </a:solidFill>
                <a:latin typeface="Arial"/>
                <a:ea typeface="Arial"/>
                <a:cs typeface="Arial"/>
              </a:defRPr>
            </a:defPPr>
            <a:lvl1pPr>
              <a:defRPr sz="3300" b="1">
                <a:solidFill>
                  <a:srgbClr val="14233B"/>
                </a:solidFill>
                <a:latin typeface="Arial"/>
                <a:ea typeface="Arial"/>
                <a:cs typeface="Arial"/>
              </a:defRPr>
            </a:lvl1pPr>
            <a:lvl2pPr>
              <a:defRPr sz="3300" b="1">
                <a:solidFill>
                  <a:srgbClr val="14233B"/>
                </a:solidFill>
                <a:latin typeface="Arial"/>
                <a:ea typeface="Arial"/>
                <a:cs typeface="Arial"/>
              </a:defRPr>
            </a:lvl2pPr>
            <a:lvl3pPr>
              <a:defRPr sz="3300" b="1">
                <a:solidFill>
                  <a:srgbClr val="14233B"/>
                </a:solidFill>
                <a:latin typeface="Arial"/>
                <a:ea typeface="Arial"/>
                <a:cs typeface="Arial"/>
              </a:defRPr>
            </a:lvl3pPr>
            <a:lvl4pPr>
              <a:defRPr sz="3300" b="1">
                <a:solidFill>
                  <a:srgbClr val="14233B"/>
                </a:solidFill>
                <a:latin typeface="Arial"/>
                <a:ea typeface="Arial"/>
                <a:cs typeface="Arial"/>
              </a:defRPr>
            </a:lvl4pPr>
            <a:lvl5pPr>
              <a:defRPr sz="3300" b="1">
                <a:solidFill>
                  <a:srgbClr val="14233B"/>
                </a:solidFill>
                <a:latin typeface="Arial"/>
                <a:ea typeface="Arial"/>
                <a:cs typeface="Arial"/>
              </a:defRPr>
            </a:lvl5pPr>
            <a:lvl6pPr>
              <a:defRPr sz="3300" b="1">
                <a:solidFill>
                  <a:srgbClr val="14233B"/>
                </a:solidFill>
                <a:latin typeface="Arial"/>
                <a:ea typeface="Arial"/>
                <a:cs typeface="Arial"/>
              </a:defRPr>
            </a:lvl6pPr>
            <a:lvl7pPr>
              <a:defRPr sz="3300" b="1">
                <a:solidFill>
                  <a:srgbClr val="14233B"/>
                </a:solidFill>
                <a:latin typeface="Arial"/>
                <a:ea typeface="Arial"/>
                <a:cs typeface="Arial"/>
              </a:defRPr>
            </a:lvl7pPr>
            <a:lvl8pPr>
              <a:defRPr sz="3300" b="1">
                <a:solidFill>
                  <a:srgbClr val="14233B"/>
                </a:solidFill>
                <a:latin typeface="Arial"/>
                <a:ea typeface="Arial"/>
                <a:cs typeface="Arial"/>
              </a:defRPr>
            </a:lvl8pPr>
            <a:lvl9pPr>
              <a:defRPr sz="3300" b="1">
                <a:solidFill>
                  <a:srgbClr val="14233B"/>
                </a:solidFill>
                <a:latin typeface="Arial"/>
                <a:ea typeface="Arial"/>
                <a:cs typeface="Arial"/>
              </a:defRPr>
            </a:lvl9pPr>
          </a:lstStyle>
          <a:p xmlns:a="http://schemas.openxmlformats.org/drawingml/2006/main">
            <a:pPr>
              <a:defRPr sz="3300" b="1">
                <a:solidFill>
                  <a:srgbClr val="14233B"/>
                </a:solidFill>
                <a:latin typeface="Arial"/>
                <a:ea typeface="Arial"/>
                <a:cs typeface="Arial"/>
              </a:defRPr>
            </a:pPr>
            <a:r>
              <a:rPr sz="3300" b="1">
                <a:solidFill>
                  <a:srgbClr val="14233B"/>
                </a:solidFill>
                <a:latin typeface="Arial"/>
                <a:ea typeface="Arial"/>
                <a:cs typeface="Arial"/>
              </a:rPr>
              <a:t>Probability and sampled frequency</a:t>
            </a:r>
          </a:p>
        </p:txBody>
      </p:sp>
      <p:sp>
        <p:nvSpPr>
          <p:cNvPr id="4" name="">
            <a:extLst xmlns:a="http://schemas.openxmlformats.org/drawingml/2006/main">
              <a:ext uri="{FF2B5EF4-FFF2-40B4-BE49-F238E27FC236}">
                <a16:creationId xmlns:a16="http://schemas.microsoft.com/office/drawing/2014/main" id="{15FB5E8A-09B8-4B00-B024-1BA7DD1E80BD}"/>
              </a:ext>
            </a:extLst>
          </p:cNvPr>
          <p:cNvSpPr>
            <a:spLocks xmlns:a="http://schemas.openxmlformats.org/drawingml/2006/main" noGrp="1"/>
          </p:cNvSpPr>
          <p:nvPr/>
        </p:nvSpPr>
        <p:spPr>
          <a:xfrm xmlns:a="http://schemas.openxmlformats.org/drawingml/2006/main">
            <a:off x="609600" y="166687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probability_one ≈ 0.25</a:t>
            </a:r>
          </a:p>
        </p:txBody>
      </p:sp>
      <p:sp>
        <p:nvSpPr>
          <p:cNvPr id="5" name="">
            <a:extLst xmlns:a="http://schemas.openxmlformats.org/drawingml/2006/main">
              <a:ext uri="{FF2B5EF4-FFF2-40B4-BE49-F238E27FC236}">
                <a16:creationId xmlns:a16="http://schemas.microsoft.com/office/drawing/2014/main" id="{7B730E4B-9FF2-47F5-9D97-DF96C6BDBA38}"/>
              </a:ext>
            </a:extLst>
          </p:cNvPr>
          <p:cNvSpPr>
            <a:spLocks xmlns:a="http://schemas.openxmlformats.org/drawingml/2006/main" noGrp="1"/>
          </p:cNvSpPr>
          <p:nvPr/>
        </p:nvSpPr>
        <p:spPr>
          <a:xfrm xmlns:a="http://schemas.openxmlformats.org/drawingml/2006/main">
            <a:off x="4953000" y="166687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The state’s probability for outcome 1</a:t>
            </a:r>
          </a:p>
        </p:txBody>
      </p:sp>
      <p:sp>
        <p:nvSpPr>
          <p:cNvPr id="6" name="">
            <a:extLst xmlns:a="http://schemas.openxmlformats.org/drawingml/2006/main">
              <a:ext uri="{FF2B5EF4-FFF2-40B4-BE49-F238E27FC236}">
                <a16:creationId xmlns:a16="http://schemas.microsoft.com/office/drawing/2014/main" id="{95CC0306-1DEE-49EA-9858-BE741217C8D6}"/>
              </a:ext>
            </a:extLst>
          </p:cNvPr>
          <p:cNvSpPr>
            <a:spLocks xmlns:a="http://schemas.openxmlformats.org/drawingml/2006/main" noGrp="1"/>
          </p:cNvSpPr>
          <p:nvPr/>
        </p:nvSpPr>
        <p:spPr>
          <a:xfrm xmlns:a="http://schemas.openxmlformats.org/drawingml/2006/main">
            <a:off x="609600" y="260032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Measured fraction = 0.262</a:t>
            </a:r>
          </a:p>
        </p:txBody>
      </p:sp>
      <p:sp>
        <p:nvSpPr>
          <p:cNvPr id="7" name="">
            <a:extLst xmlns:a="http://schemas.openxmlformats.org/drawingml/2006/main">
              <a:ext uri="{FF2B5EF4-FFF2-40B4-BE49-F238E27FC236}">
                <a16:creationId xmlns:a16="http://schemas.microsoft.com/office/drawing/2014/main" id="{753CAE3A-9A44-44C7-A380-229677AA909C}"/>
              </a:ext>
            </a:extLst>
          </p:cNvPr>
          <p:cNvSpPr>
            <a:spLocks xmlns:a="http://schemas.openxmlformats.org/drawingml/2006/main" noGrp="1"/>
          </p:cNvSpPr>
          <p:nvPr/>
        </p:nvSpPr>
        <p:spPr>
          <a:xfrm xmlns:a="http://schemas.openxmlformats.org/drawingml/2006/main">
            <a:off x="4953000" y="260032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Observed fraction in the seed 42 reference run</a:t>
            </a:r>
          </a:p>
        </p:txBody>
      </p:sp>
      <p:sp>
        <p:nvSpPr>
          <p:cNvPr id="8" name="">
            <a:extLst xmlns:a="http://schemas.openxmlformats.org/drawingml/2006/main">
              <a:ext uri="{FF2B5EF4-FFF2-40B4-BE49-F238E27FC236}">
                <a16:creationId xmlns:a16="http://schemas.microsoft.com/office/drawing/2014/main" id="{4468E31A-994E-4B83-89B8-B1FE2D1713CC}"/>
              </a:ext>
            </a:extLst>
          </p:cNvPr>
          <p:cNvSpPr>
            <a:spLocks xmlns:a="http://schemas.openxmlformats.org/drawingml/2006/main" noGrp="1"/>
          </p:cNvSpPr>
          <p:nvPr/>
        </p:nvSpPr>
        <p:spPr>
          <a:xfrm xmlns:a="http://schemas.openxmlformats.org/drawingml/2006/main">
            <a:off x="609600" y="353377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shots = 2000</a:t>
            </a:r>
          </a:p>
        </p:txBody>
      </p:sp>
      <p:sp>
        <p:nvSpPr>
          <p:cNvPr id="9" name="">
            <a:extLst xmlns:a="http://schemas.openxmlformats.org/drawingml/2006/main">
              <a:ext uri="{FF2B5EF4-FFF2-40B4-BE49-F238E27FC236}">
                <a16:creationId xmlns:a16="http://schemas.microsoft.com/office/drawing/2014/main" id="{ADD4F606-6E6E-4C19-A895-DD11DCC5DFAF}"/>
              </a:ext>
            </a:extLst>
          </p:cNvPr>
          <p:cNvSpPr>
            <a:spLocks xmlns:a="http://schemas.openxmlformats.org/drawingml/2006/main" noGrp="1"/>
          </p:cNvSpPr>
          <p:nvPr/>
        </p:nvSpPr>
        <p:spPr>
          <a:xfrm xmlns:a="http://schemas.openxmlformats.org/drawingml/2006/main">
            <a:off x="4953000" y="353377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Number of simulated binary measurements</a:t>
            </a:r>
          </a:p>
        </p:txBody>
      </p:sp>
      <p:sp>
        <p:nvSpPr>
          <p:cNvPr id="10" name="">
            <a:extLst xmlns:a="http://schemas.openxmlformats.org/drawingml/2006/main">
              <a:ext uri="{FF2B5EF4-FFF2-40B4-BE49-F238E27FC236}">
                <a16:creationId xmlns:a16="http://schemas.microsoft.com/office/drawing/2014/main" id="{9149A1C8-7A28-4D01-9F4C-0294C431D832}"/>
              </a:ext>
            </a:extLst>
          </p:cNvPr>
          <p:cNvSpPr>
            <a:spLocks xmlns:a="http://schemas.openxmlformats.org/drawingml/2006/main" noGrp="1"/>
          </p:cNvSpPr>
          <p:nvPr/>
        </p:nvSpPr>
        <p:spPr>
          <a:xfrm xmlns:a="http://schemas.openxmlformats.org/drawingml/2006/main">
            <a:off x="609600" y="446722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bloch_norm ≈ 1</a:t>
            </a:r>
          </a:p>
        </p:txBody>
      </p:sp>
      <p:sp>
        <p:nvSpPr>
          <p:cNvPr id="11" name="">
            <a:extLst xmlns:a="http://schemas.openxmlformats.org/drawingml/2006/main">
              <a:ext uri="{FF2B5EF4-FFF2-40B4-BE49-F238E27FC236}">
                <a16:creationId xmlns:a16="http://schemas.microsoft.com/office/drawing/2014/main" id="{56267DAE-084D-4339-BF6E-3BB994AED368}"/>
              </a:ext>
            </a:extLst>
          </p:cNvPr>
          <p:cNvSpPr>
            <a:spLocks xmlns:a="http://schemas.openxmlformats.org/drawingml/2006/main" noGrp="1"/>
          </p:cNvSpPr>
          <p:nvPr/>
        </p:nvSpPr>
        <p:spPr>
          <a:xfrm xmlns:a="http://schemas.openxmlformats.org/drawingml/2006/main">
            <a:off x="4953000" y="446722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A consistency check for this pure state</a:t>
            </a:r>
          </a:p>
        </p:txBody>
      </p:sp>
      <p:sp>
        <p:nvSpPr>
          <p:cNvPr id="12" name="">
            <a:extLst xmlns:a="http://schemas.openxmlformats.org/drawingml/2006/main">
              <a:ext uri="{FF2B5EF4-FFF2-40B4-BE49-F238E27FC236}">
                <a16:creationId xmlns:a16="http://schemas.microsoft.com/office/drawing/2014/main" id="{E1E7A7E1-769F-48D3-9D6A-FFAB4D367527}"/>
              </a:ext>
            </a:extLst>
          </p:cNvPr>
          <p:cNvSpPr>
            <a:spLocks xmlns:a="http://schemas.openxmlformats.org/drawingml/2006/main" noGrp="1"/>
          </p:cNvSpPr>
          <p:nvPr/>
        </p:nvSpPr>
        <p:spPr>
          <a:xfrm xmlns:a="http://schemas.openxmlformats.org/drawingml/2006/main">
            <a:off x="609600" y="5762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4A5B6B"/>
                </a:solidFill>
                <a:latin typeface="Arial"/>
                <a:ea typeface="Arial"/>
                <a:cs typeface="Arial"/>
              </a:defRPr>
            </a:defPPr>
            <a:lvl1pPr>
              <a:defRPr sz="1725" b="0">
                <a:solidFill>
                  <a:srgbClr val="4A5B6B"/>
                </a:solidFill>
                <a:latin typeface="Arial"/>
                <a:ea typeface="Arial"/>
                <a:cs typeface="Arial"/>
              </a:defRPr>
            </a:lvl1pPr>
            <a:lvl2pPr>
              <a:defRPr sz="1725" b="0">
                <a:solidFill>
                  <a:srgbClr val="4A5B6B"/>
                </a:solidFill>
                <a:latin typeface="Arial"/>
                <a:ea typeface="Arial"/>
                <a:cs typeface="Arial"/>
              </a:defRPr>
            </a:lvl2pPr>
            <a:lvl3pPr>
              <a:defRPr sz="1725" b="0">
                <a:solidFill>
                  <a:srgbClr val="4A5B6B"/>
                </a:solidFill>
                <a:latin typeface="Arial"/>
                <a:ea typeface="Arial"/>
                <a:cs typeface="Arial"/>
              </a:defRPr>
            </a:lvl3pPr>
            <a:lvl4pPr>
              <a:defRPr sz="1725" b="0">
                <a:solidFill>
                  <a:srgbClr val="4A5B6B"/>
                </a:solidFill>
                <a:latin typeface="Arial"/>
                <a:ea typeface="Arial"/>
                <a:cs typeface="Arial"/>
              </a:defRPr>
            </a:lvl4pPr>
            <a:lvl5pPr>
              <a:defRPr sz="1725" b="0">
                <a:solidFill>
                  <a:srgbClr val="4A5B6B"/>
                </a:solidFill>
                <a:latin typeface="Arial"/>
                <a:ea typeface="Arial"/>
                <a:cs typeface="Arial"/>
              </a:defRPr>
            </a:lvl5pPr>
            <a:lvl6pPr>
              <a:defRPr sz="1725" b="0">
                <a:solidFill>
                  <a:srgbClr val="4A5B6B"/>
                </a:solidFill>
                <a:latin typeface="Arial"/>
                <a:ea typeface="Arial"/>
                <a:cs typeface="Arial"/>
              </a:defRPr>
            </a:lvl6pPr>
            <a:lvl7pPr>
              <a:defRPr sz="1725" b="0">
                <a:solidFill>
                  <a:srgbClr val="4A5B6B"/>
                </a:solidFill>
                <a:latin typeface="Arial"/>
                <a:ea typeface="Arial"/>
                <a:cs typeface="Arial"/>
              </a:defRPr>
            </a:lvl7pPr>
            <a:lvl8pPr>
              <a:defRPr sz="1725" b="0">
                <a:solidFill>
                  <a:srgbClr val="4A5B6B"/>
                </a:solidFill>
                <a:latin typeface="Arial"/>
                <a:ea typeface="Arial"/>
                <a:cs typeface="Arial"/>
              </a:defRPr>
            </a:lvl8pPr>
            <a:lvl9pPr>
              <a:defRPr sz="1725" b="0">
                <a:solidFill>
                  <a:srgbClr val="4A5B6B"/>
                </a:solidFill>
                <a:latin typeface="Arial"/>
                <a:ea typeface="Arial"/>
                <a:cs typeface="Arial"/>
              </a:defRPr>
            </a:lvl9pPr>
          </a:lstStyle>
          <a:p xmlns:a="http://schemas.openxmlformats.org/drawingml/2006/main">
            <a:pPr>
              <a:defRPr sz="1725" b="0">
                <a:solidFill>
                  <a:srgbClr val="4A5B6B"/>
                </a:solidFill>
                <a:latin typeface="Arial"/>
                <a:ea typeface="Arial"/>
                <a:cs typeface="Arial"/>
              </a:defRPr>
            </a:pPr>
            <a:r>
              <a:rPr sz="1725" b="0">
                <a:solidFill>
                  <a:srgbClr val="4A5B6B"/>
                </a:solidFill>
                <a:latin typeface="Arial"/>
                <a:ea typeface="Arial"/>
                <a:cs typeface="Arial"/>
              </a:rPr>
              <a:t>Finite samples fluctuate. A different frequency does not by itself mean a bug.</a:t>
            </a:r>
          </a:p>
        </p:txBody>
      </p:sp>
      <p:sp>
        <p:nvSpPr>
          <p:cNvPr id="13" name="">
            <a:extLst xmlns:a="http://schemas.openxmlformats.org/drawingml/2006/main">
              <a:ext uri="{FF2B5EF4-FFF2-40B4-BE49-F238E27FC236}">
                <a16:creationId xmlns:a16="http://schemas.microsoft.com/office/drawing/2014/main" id="{032E1BF4-B3E4-44A9-BFB5-C6E95D2EF236}"/>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4A5B6B"/>
                </a:solidFill>
                <a:latin typeface="Arial"/>
                <a:ea typeface="Arial"/>
                <a:cs typeface="Arial"/>
              </a:defRPr>
            </a:defPPr>
            <a:lvl1pPr>
              <a:defRPr sz="1200" b="0">
                <a:solidFill>
                  <a:srgbClr val="4A5B6B"/>
                </a:solidFill>
                <a:latin typeface="Arial"/>
                <a:ea typeface="Arial"/>
                <a:cs typeface="Arial"/>
              </a:defRPr>
            </a:lvl1pPr>
            <a:lvl2pPr>
              <a:defRPr sz="1200" b="0">
                <a:solidFill>
                  <a:srgbClr val="4A5B6B"/>
                </a:solidFill>
                <a:latin typeface="Arial"/>
                <a:ea typeface="Arial"/>
                <a:cs typeface="Arial"/>
              </a:defRPr>
            </a:lvl2pPr>
            <a:lvl3pPr>
              <a:defRPr sz="1200" b="0">
                <a:solidFill>
                  <a:srgbClr val="4A5B6B"/>
                </a:solidFill>
                <a:latin typeface="Arial"/>
                <a:ea typeface="Arial"/>
                <a:cs typeface="Arial"/>
              </a:defRPr>
            </a:lvl3pPr>
            <a:lvl4pPr>
              <a:defRPr sz="1200" b="0">
                <a:solidFill>
                  <a:srgbClr val="4A5B6B"/>
                </a:solidFill>
                <a:latin typeface="Arial"/>
                <a:ea typeface="Arial"/>
                <a:cs typeface="Arial"/>
              </a:defRPr>
            </a:lvl4pPr>
            <a:lvl5pPr>
              <a:defRPr sz="1200" b="0">
                <a:solidFill>
                  <a:srgbClr val="4A5B6B"/>
                </a:solidFill>
                <a:latin typeface="Arial"/>
                <a:ea typeface="Arial"/>
                <a:cs typeface="Arial"/>
              </a:defRPr>
            </a:lvl5pPr>
            <a:lvl6pPr>
              <a:defRPr sz="1200" b="0">
                <a:solidFill>
                  <a:srgbClr val="4A5B6B"/>
                </a:solidFill>
                <a:latin typeface="Arial"/>
                <a:ea typeface="Arial"/>
                <a:cs typeface="Arial"/>
              </a:defRPr>
            </a:lvl6pPr>
            <a:lvl7pPr>
              <a:defRPr sz="1200" b="0">
                <a:solidFill>
                  <a:srgbClr val="4A5B6B"/>
                </a:solidFill>
                <a:latin typeface="Arial"/>
                <a:ea typeface="Arial"/>
                <a:cs typeface="Arial"/>
              </a:defRPr>
            </a:lvl7pPr>
            <a:lvl8pPr>
              <a:defRPr sz="1200" b="0">
                <a:solidFill>
                  <a:srgbClr val="4A5B6B"/>
                </a:solidFill>
                <a:latin typeface="Arial"/>
                <a:ea typeface="Arial"/>
                <a:cs typeface="Arial"/>
              </a:defRPr>
            </a:lvl8pPr>
            <a:lvl9pPr>
              <a:defRPr sz="1200" b="0">
                <a:solidFill>
                  <a:srgbClr val="4A5B6B"/>
                </a:solidFill>
                <a:latin typeface="Arial"/>
                <a:ea typeface="Arial"/>
                <a:cs typeface="Arial"/>
              </a:defRPr>
            </a:lvl9pPr>
          </a:lstStyle>
          <a:p xmlns:a="http://schemas.openxmlformats.org/drawingml/2006/main">
            <a:pPr>
              <a:defRPr sz="1200" b="0">
                <a:solidFill>
                  <a:srgbClr val="4A5B6B"/>
                </a:solidFill>
                <a:latin typeface="Arial"/>
                <a:ea typeface="Arial"/>
                <a:cs typeface="Arial"/>
              </a:defRPr>
            </a:pPr>
            <a:r>
              <a:rPr sz="1200" b="0">
                <a:solidFill>
                  <a:srgbClr val="4A5B6B"/>
                </a:solidFill>
                <a:latin typeface="Arial"/>
                <a:ea typeface="Arial"/>
                <a:cs typeface="Arial"/>
              </a:rPr>
              <a:t>11 / 14</a:t>
            </a:r>
          </a:p>
        </p:txBody>
      </p:sp>
    </p:spTree>
    <p:extLst>
      <p:ext uri="{BB962C8B-B14F-4D97-AF65-F5344CB8AC3E}">
        <p14:creationId xmlns:p14="http://schemas.microsoft.com/office/powerpoint/2010/main" val="2013476837"/>
      </p:ext>
    </p:extLst>
  </p:cSld>
</p:sld>
</file>

<file path=ppt/slides/slide1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9DC63B5-FF4A-4F08-9682-139B3E7DFEEE}"/>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168A84"/>
                </a:solidFill>
                <a:latin typeface="Arial"/>
                <a:ea typeface="Arial"/>
                <a:cs typeface="Arial"/>
              </a:defRPr>
            </a:defPPr>
            <a:lvl1pPr>
              <a:defRPr sz="1350" b="1">
                <a:solidFill>
                  <a:srgbClr val="168A84"/>
                </a:solidFill>
                <a:latin typeface="Arial"/>
                <a:ea typeface="Arial"/>
                <a:cs typeface="Arial"/>
              </a:defRPr>
            </a:lvl1pPr>
            <a:lvl2pPr>
              <a:defRPr sz="1350" b="1">
                <a:solidFill>
                  <a:srgbClr val="168A84"/>
                </a:solidFill>
                <a:latin typeface="Arial"/>
                <a:ea typeface="Arial"/>
                <a:cs typeface="Arial"/>
              </a:defRPr>
            </a:lvl2pPr>
            <a:lvl3pPr>
              <a:defRPr sz="1350" b="1">
                <a:solidFill>
                  <a:srgbClr val="168A84"/>
                </a:solidFill>
                <a:latin typeface="Arial"/>
                <a:ea typeface="Arial"/>
                <a:cs typeface="Arial"/>
              </a:defRPr>
            </a:lvl3pPr>
            <a:lvl4pPr>
              <a:defRPr sz="1350" b="1">
                <a:solidFill>
                  <a:srgbClr val="168A84"/>
                </a:solidFill>
                <a:latin typeface="Arial"/>
                <a:ea typeface="Arial"/>
                <a:cs typeface="Arial"/>
              </a:defRPr>
            </a:lvl4pPr>
            <a:lvl5pPr>
              <a:defRPr sz="1350" b="1">
                <a:solidFill>
                  <a:srgbClr val="168A84"/>
                </a:solidFill>
                <a:latin typeface="Arial"/>
                <a:ea typeface="Arial"/>
                <a:cs typeface="Arial"/>
              </a:defRPr>
            </a:lvl5pPr>
            <a:lvl6pPr>
              <a:defRPr sz="1350" b="1">
                <a:solidFill>
                  <a:srgbClr val="168A84"/>
                </a:solidFill>
                <a:latin typeface="Arial"/>
                <a:ea typeface="Arial"/>
                <a:cs typeface="Arial"/>
              </a:defRPr>
            </a:lvl6pPr>
            <a:lvl7pPr>
              <a:defRPr sz="1350" b="1">
                <a:solidFill>
                  <a:srgbClr val="168A84"/>
                </a:solidFill>
                <a:latin typeface="Arial"/>
                <a:ea typeface="Arial"/>
                <a:cs typeface="Arial"/>
              </a:defRPr>
            </a:lvl7pPr>
            <a:lvl8pPr>
              <a:defRPr sz="1350" b="1">
                <a:solidFill>
                  <a:srgbClr val="168A84"/>
                </a:solidFill>
                <a:latin typeface="Arial"/>
                <a:ea typeface="Arial"/>
                <a:cs typeface="Arial"/>
              </a:defRPr>
            </a:lvl8pPr>
            <a:lvl9pPr>
              <a:defRPr sz="1350" b="1">
                <a:solidFill>
                  <a:srgbClr val="168A84"/>
                </a:solidFill>
                <a:latin typeface="Arial"/>
                <a:ea typeface="Arial"/>
                <a:cs typeface="Arial"/>
              </a:defRPr>
            </a:lvl9pPr>
          </a:lstStyle>
          <a:p xmlns:a="http://schemas.openxmlformats.org/drawingml/2006/main">
            <a:pPr>
              <a:defRPr sz="1350" b="1">
                <a:solidFill>
                  <a:srgbClr val="168A84"/>
                </a:solidFill>
                <a:latin typeface="Arial"/>
                <a:ea typeface="Arial"/>
                <a:cs typeface="Arial"/>
              </a:defRPr>
            </a:pPr>
            <a:r>
              <a:rPr sz="1350" b="1">
                <a:solidFill>
                  <a:srgbClr val="168A84"/>
                </a:solidFill>
                <a:latin typeface="Arial"/>
                <a:ea typeface="Arial"/>
                <a:cs typeface="Arial"/>
              </a:rPr>
              <a:t>S00  /  ORIENTATION</a:t>
            </a:r>
          </a:p>
        </p:txBody>
      </p:sp>
      <p:sp>
        <p:nvSpPr>
          <p:cNvPr id="3" name="">
            <a:extLst xmlns:a="http://schemas.openxmlformats.org/drawingml/2006/main">
              <a:ext uri="{FF2B5EF4-FFF2-40B4-BE49-F238E27FC236}">
                <a16:creationId xmlns:a16="http://schemas.microsoft.com/office/drawing/2014/main" id="{35F9CD3F-4BAC-49A5-83DA-16FF177218F7}"/>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4233B"/>
                </a:solidFill>
                <a:latin typeface="Arial"/>
                <a:ea typeface="Arial"/>
                <a:cs typeface="Arial"/>
              </a:defRPr>
            </a:defPPr>
            <a:lvl1pPr>
              <a:defRPr sz="3300" b="1">
                <a:solidFill>
                  <a:srgbClr val="14233B"/>
                </a:solidFill>
                <a:latin typeface="Arial"/>
                <a:ea typeface="Arial"/>
                <a:cs typeface="Arial"/>
              </a:defRPr>
            </a:lvl1pPr>
            <a:lvl2pPr>
              <a:defRPr sz="3300" b="1">
                <a:solidFill>
                  <a:srgbClr val="14233B"/>
                </a:solidFill>
                <a:latin typeface="Arial"/>
                <a:ea typeface="Arial"/>
                <a:cs typeface="Arial"/>
              </a:defRPr>
            </a:lvl2pPr>
            <a:lvl3pPr>
              <a:defRPr sz="3300" b="1">
                <a:solidFill>
                  <a:srgbClr val="14233B"/>
                </a:solidFill>
                <a:latin typeface="Arial"/>
                <a:ea typeface="Arial"/>
                <a:cs typeface="Arial"/>
              </a:defRPr>
            </a:lvl3pPr>
            <a:lvl4pPr>
              <a:defRPr sz="3300" b="1">
                <a:solidFill>
                  <a:srgbClr val="14233B"/>
                </a:solidFill>
                <a:latin typeface="Arial"/>
                <a:ea typeface="Arial"/>
                <a:cs typeface="Arial"/>
              </a:defRPr>
            </a:lvl4pPr>
            <a:lvl5pPr>
              <a:defRPr sz="3300" b="1">
                <a:solidFill>
                  <a:srgbClr val="14233B"/>
                </a:solidFill>
                <a:latin typeface="Arial"/>
                <a:ea typeface="Arial"/>
                <a:cs typeface="Arial"/>
              </a:defRPr>
            </a:lvl5pPr>
            <a:lvl6pPr>
              <a:defRPr sz="3300" b="1">
                <a:solidFill>
                  <a:srgbClr val="14233B"/>
                </a:solidFill>
                <a:latin typeface="Arial"/>
                <a:ea typeface="Arial"/>
                <a:cs typeface="Arial"/>
              </a:defRPr>
            </a:lvl6pPr>
            <a:lvl7pPr>
              <a:defRPr sz="3300" b="1">
                <a:solidFill>
                  <a:srgbClr val="14233B"/>
                </a:solidFill>
                <a:latin typeface="Arial"/>
                <a:ea typeface="Arial"/>
                <a:cs typeface="Arial"/>
              </a:defRPr>
            </a:lvl7pPr>
            <a:lvl8pPr>
              <a:defRPr sz="3300" b="1">
                <a:solidFill>
                  <a:srgbClr val="14233B"/>
                </a:solidFill>
                <a:latin typeface="Arial"/>
                <a:ea typeface="Arial"/>
                <a:cs typeface="Arial"/>
              </a:defRPr>
            </a:lvl8pPr>
            <a:lvl9pPr>
              <a:defRPr sz="3300" b="1">
                <a:solidFill>
                  <a:srgbClr val="14233B"/>
                </a:solidFill>
                <a:latin typeface="Arial"/>
                <a:ea typeface="Arial"/>
                <a:cs typeface="Arial"/>
              </a:defRPr>
            </a:lvl9pPr>
          </a:lstStyle>
          <a:p xmlns:a="http://schemas.openxmlformats.org/drawingml/2006/main">
            <a:pPr>
              <a:defRPr sz="3300" b="1">
                <a:solidFill>
                  <a:srgbClr val="14233B"/>
                </a:solidFill>
                <a:latin typeface="Arial"/>
                <a:ea typeface="Arial"/>
                <a:cs typeface="Arial"/>
              </a:defRPr>
            </a:pPr>
            <a:r>
              <a:rPr sz="3300" b="1">
                <a:solidFill>
                  <a:srgbClr val="14233B"/>
                </a:solidFill>
                <a:latin typeface="Arial"/>
                <a:ea typeface="Arial"/>
                <a:cs typeface="Arial"/>
              </a:rPr>
              <a:t>Readiness checkpoint</a:t>
            </a:r>
          </a:p>
        </p:txBody>
      </p:sp>
      <p:sp>
        <p:nvSpPr>
          <p:cNvPr id="4" name="">
            <a:extLst xmlns:a="http://schemas.openxmlformats.org/drawingml/2006/main">
              <a:ext uri="{FF2B5EF4-FFF2-40B4-BE49-F238E27FC236}">
                <a16:creationId xmlns:a16="http://schemas.microsoft.com/office/drawing/2014/main" id="{2BE6E045-2FE9-4E25-9B1C-D3E1163330B7}"/>
              </a:ext>
            </a:extLst>
          </p:cNvPr>
          <p:cNvSpPr>
            <a:spLocks xmlns:a="http://schemas.openxmlformats.org/drawingml/2006/main" noGrp="1"/>
          </p:cNvSpPr>
          <p:nvPr/>
        </p:nvSpPr>
        <p:spPr>
          <a:xfrm xmlns:a="http://schemas.openxmlformats.org/drawingml/2006/main">
            <a:off x="609600" y="1666875"/>
            <a:ext cx="419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Question 1</a:t>
            </a:r>
          </a:p>
        </p:txBody>
      </p:sp>
      <p:sp>
        <p:nvSpPr>
          <p:cNvPr id="5" name="">
            <a:extLst xmlns:a="http://schemas.openxmlformats.org/drawingml/2006/main">
              <a:ext uri="{FF2B5EF4-FFF2-40B4-BE49-F238E27FC236}">
                <a16:creationId xmlns:a16="http://schemas.microsoft.com/office/drawing/2014/main" id="{C2D8E1F6-ED30-4992-930A-8CF5DA42A0C1}"/>
              </a:ext>
            </a:extLst>
          </p:cNvPr>
          <p:cNvSpPr>
            <a:spLocks xmlns:a="http://schemas.openxmlformats.org/drawingml/2006/main" noGrp="1"/>
          </p:cNvSpPr>
          <p:nvPr/>
        </p:nvSpPr>
        <p:spPr>
          <a:xfrm xmlns:a="http://schemas.openxmlformats.org/drawingml/2006/main">
            <a:off x="4953000" y="1666875"/>
            <a:ext cx="647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How does a repository differ from a virtual environment?</a:t>
            </a:r>
          </a:p>
        </p:txBody>
      </p:sp>
      <p:sp>
        <p:nvSpPr>
          <p:cNvPr id="6" name="">
            <a:extLst xmlns:a="http://schemas.openxmlformats.org/drawingml/2006/main">
              <a:ext uri="{FF2B5EF4-FFF2-40B4-BE49-F238E27FC236}">
                <a16:creationId xmlns:a16="http://schemas.microsoft.com/office/drawing/2014/main" id="{4C9838B2-9359-4745-914B-F1E18B1BB9BA}"/>
              </a:ext>
            </a:extLst>
          </p:cNvPr>
          <p:cNvSpPr>
            <a:spLocks xmlns:a="http://schemas.openxmlformats.org/drawingml/2006/main" noGrp="1"/>
          </p:cNvSpPr>
          <p:nvPr/>
        </p:nvSpPr>
        <p:spPr>
          <a:xfrm xmlns:a="http://schemas.openxmlformats.org/drawingml/2006/main">
            <a:off x="609600" y="2409825"/>
            <a:ext cx="419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Question 2</a:t>
            </a:r>
          </a:p>
        </p:txBody>
      </p:sp>
      <p:sp>
        <p:nvSpPr>
          <p:cNvPr id="7" name="">
            <a:extLst xmlns:a="http://schemas.openxmlformats.org/drawingml/2006/main">
              <a:ext uri="{FF2B5EF4-FFF2-40B4-BE49-F238E27FC236}">
                <a16:creationId xmlns:a16="http://schemas.microsoft.com/office/drawing/2014/main" id="{03F4AE41-1D88-4671-A30A-0176C8D467D9}"/>
              </a:ext>
            </a:extLst>
          </p:cNvPr>
          <p:cNvSpPr>
            <a:spLocks xmlns:a="http://schemas.openxmlformats.org/drawingml/2006/main" noGrp="1"/>
          </p:cNvSpPr>
          <p:nvPr/>
        </p:nvSpPr>
        <p:spPr>
          <a:xfrm xmlns:a="http://schemas.openxmlformats.org/drawingml/2006/main">
            <a:off x="4953000" y="2409825"/>
            <a:ext cx="647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Why can 0.262 be consistent with probability 0.25?</a:t>
            </a:r>
          </a:p>
        </p:txBody>
      </p:sp>
      <p:sp>
        <p:nvSpPr>
          <p:cNvPr id="8" name="">
            <a:extLst xmlns:a="http://schemas.openxmlformats.org/drawingml/2006/main">
              <a:ext uri="{FF2B5EF4-FFF2-40B4-BE49-F238E27FC236}">
                <a16:creationId xmlns:a16="http://schemas.microsoft.com/office/drawing/2014/main" id="{FF01AF63-C309-48DD-8DF4-AB28AAC3F463}"/>
              </a:ext>
            </a:extLst>
          </p:cNvPr>
          <p:cNvSpPr>
            <a:spLocks xmlns:a="http://schemas.openxmlformats.org/drawingml/2006/main" noGrp="1"/>
          </p:cNvSpPr>
          <p:nvPr/>
        </p:nvSpPr>
        <p:spPr>
          <a:xfrm xmlns:a="http://schemas.openxmlformats.org/drawingml/2006/main">
            <a:off x="609600" y="3152775"/>
            <a:ext cx="419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Question 3</a:t>
            </a:r>
          </a:p>
        </p:txBody>
      </p:sp>
      <p:sp>
        <p:nvSpPr>
          <p:cNvPr id="9" name="">
            <a:extLst xmlns:a="http://schemas.openxmlformats.org/drawingml/2006/main">
              <a:ext uri="{FF2B5EF4-FFF2-40B4-BE49-F238E27FC236}">
                <a16:creationId xmlns:a16="http://schemas.microsoft.com/office/drawing/2014/main" id="{144E5ED3-3AC3-46A9-B96D-E8283FBC329D}"/>
              </a:ext>
            </a:extLst>
          </p:cNvPr>
          <p:cNvSpPr>
            <a:spLocks xmlns:a="http://schemas.openxmlformats.org/drawingml/2006/main" noGrp="1"/>
          </p:cNvSpPr>
          <p:nvPr/>
        </p:nvSpPr>
        <p:spPr>
          <a:xfrm xmlns:a="http://schemas.openxmlformats.org/drawingml/2006/main">
            <a:off x="4953000" y="3152775"/>
            <a:ext cx="647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Does an untouched starter reporting UNFINISHED mean setup failed?</a:t>
            </a:r>
          </a:p>
        </p:txBody>
      </p:sp>
      <p:sp>
        <p:nvSpPr>
          <p:cNvPr id="10" name="">
            <a:extLst xmlns:a="http://schemas.openxmlformats.org/drawingml/2006/main">
              <a:ext uri="{FF2B5EF4-FFF2-40B4-BE49-F238E27FC236}">
                <a16:creationId xmlns:a16="http://schemas.microsoft.com/office/drawing/2014/main" id="{E7B4A0FB-7B3D-4511-99C8-F942BAC1A951}"/>
              </a:ext>
            </a:extLst>
          </p:cNvPr>
          <p:cNvSpPr>
            <a:spLocks xmlns:a="http://schemas.openxmlformats.org/drawingml/2006/main" noGrp="1"/>
          </p:cNvSpPr>
          <p:nvPr/>
        </p:nvSpPr>
        <p:spPr>
          <a:xfrm xmlns:a="http://schemas.openxmlformats.org/drawingml/2006/main">
            <a:off x="609600" y="3895725"/>
            <a:ext cx="419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Task 1</a:t>
            </a:r>
          </a:p>
        </p:txBody>
      </p:sp>
      <p:sp>
        <p:nvSpPr>
          <p:cNvPr id="11" name="">
            <a:extLst xmlns:a="http://schemas.openxmlformats.org/drawingml/2006/main">
              <a:ext uri="{FF2B5EF4-FFF2-40B4-BE49-F238E27FC236}">
                <a16:creationId xmlns:a16="http://schemas.microsoft.com/office/drawing/2014/main" id="{F0D8C32B-0C65-40DA-802F-51FEC8632878}"/>
              </a:ext>
            </a:extLst>
          </p:cNvPr>
          <p:cNvSpPr>
            <a:spLocks xmlns:a="http://schemas.openxmlformats.org/drawingml/2006/main" noGrp="1"/>
          </p:cNvSpPr>
          <p:nvPr/>
        </p:nvSpPr>
        <p:spPr>
          <a:xfrm xmlns:a="http://schemas.openxmlformats.org/drawingml/2006/main">
            <a:off x="4953000" y="3895725"/>
            <a:ext cx="647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Record your checkout, interpreter and four artifact paths.</a:t>
            </a:r>
          </a:p>
        </p:txBody>
      </p:sp>
      <p:sp>
        <p:nvSpPr>
          <p:cNvPr id="12" name="">
            <a:extLst xmlns:a="http://schemas.openxmlformats.org/drawingml/2006/main">
              <a:ext uri="{FF2B5EF4-FFF2-40B4-BE49-F238E27FC236}">
                <a16:creationId xmlns:a16="http://schemas.microsoft.com/office/drawing/2014/main" id="{4EAB8E31-5227-43E2-BB7D-01311AD302E5}"/>
              </a:ext>
            </a:extLst>
          </p:cNvPr>
          <p:cNvSpPr>
            <a:spLocks xmlns:a="http://schemas.openxmlformats.org/drawingml/2006/main" noGrp="1"/>
          </p:cNvSpPr>
          <p:nvPr/>
        </p:nvSpPr>
        <p:spPr>
          <a:xfrm xmlns:a="http://schemas.openxmlformats.org/drawingml/2006/main">
            <a:off x="609600" y="4638675"/>
            <a:ext cx="419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4233B"/>
                </a:solidFill>
                <a:latin typeface="Arial"/>
                <a:ea typeface="Arial"/>
                <a:cs typeface="Arial"/>
              </a:defRPr>
            </a:defPPr>
            <a:lvl1pPr>
              <a:defRPr sz="1950" b="1">
                <a:solidFill>
                  <a:srgbClr val="14233B"/>
                </a:solidFill>
                <a:latin typeface="Arial"/>
                <a:ea typeface="Arial"/>
                <a:cs typeface="Arial"/>
              </a:defRPr>
            </a:lvl1pPr>
            <a:lvl2pPr>
              <a:defRPr sz="1950" b="1">
                <a:solidFill>
                  <a:srgbClr val="14233B"/>
                </a:solidFill>
                <a:latin typeface="Arial"/>
                <a:ea typeface="Arial"/>
                <a:cs typeface="Arial"/>
              </a:defRPr>
            </a:lvl2pPr>
            <a:lvl3pPr>
              <a:defRPr sz="1950" b="1">
                <a:solidFill>
                  <a:srgbClr val="14233B"/>
                </a:solidFill>
                <a:latin typeface="Arial"/>
                <a:ea typeface="Arial"/>
                <a:cs typeface="Arial"/>
              </a:defRPr>
            </a:lvl3pPr>
            <a:lvl4pPr>
              <a:defRPr sz="1950" b="1">
                <a:solidFill>
                  <a:srgbClr val="14233B"/>
                </a:solidFill>
                <a:latin typeface="Arial"/>
                <a:ea typeface="Arial"/>
                <a:cs typeface="Arial"/>
              </a:defRPr>
            </a:lvl4pPr>
            <a:lvl5pPr>
              <a:defRPr sz="1950" b="1">
                <a:solidFill>
                  <a:srgbClr val="14233B"/>
                </a:solidFill>
                <a:latin typeface="Arial"/>
                <a:ea typeface="Arial"/>
                <a:cs typeface="Arial"/>
              </a:defRPr>
            </a:lvl5pPr>
            <a:lvl6pPr>
              <a:defRPr sz="1950" b="1">
                <a:solidFill>
                  <a:srgbClr val="14233B"/>
                </a:solidFill>
                <a:latin typeface="Arial"/>
                <a:ea typeface="Arial"/>
                <a:cs typeface="Arial"/>
              </a:defRPr>
            </a:lvl6pPr>
            <a:lvl7pPr>
              <a:defRPr sz="1950" b="1">
                <a:solidFill>
                  <a:srgbClr val="14233B"/>
                </a:solidFill>
                <a:latin typeface="Arial"/>
                <a:ea typeface="Arial"/>
                <a:cs typeface="Arial"/>
              </a:defRPr>
            </a:lvl7pPr>
            <a:lvl8pPr>
              <a:defRPr sz="1950" b="1">
                <a:solidFill>
                  <a:srgbClr val="14233B"/>
                </a:solidFill>
                <a:latin typeface="Arial"/>
                <a:ea typeface="Arial"/>
                <a:cs typeface="Arial"/>
              </a:defRPr>
            </a:lvl8pPr>
            <a:lvl9pPr>
              <a:defRPr sz="1950" b="1">
                <a:solidFill>
                  <a:srgbClr val="14233B"/>
                </a:solidFill>
                <a:latin typeface="Arial"/>
                <a:ea typeface="Arial"/>
                <a:cs typeface="Arial"/>
              </a:defRPr>
            </a:lvl9pPr>
          </a:lstStyle>
          <a:p xmlns:a="http://schemas.openxmlformats.org/drawingml/2006/main">
            <a:pPr>
              <a:defRPr sz="1950" b="1">
                <a:solidFill>
                  <a:srgbClr val="14233B"/>
                </a:solidFill>
                <a:latin typeface="Arial"/>
                <a:ea typeface="Arial"/>
                <a:cs typeface="Arial"/>
              </a:defRPr>
            </a:pPr>
            <a:r>
              <a:rPr sz="1950" b="1">
                <a:solidFill>
                  <a:srgbClr val="14233B"/>
                </a:solidFill>
                <a:latin typeface="Arial"/>
                <a:ea typeface="Arial"/>
                <a:cs typeface="Arial"/>
              </a:rPr>
              <a:t>Task 2</a:t>
            </a:r>
          </a:p>
        </p:txBody>
      </p:sp>
      <p:sp>
        <p:nvSpPr>
          <p:cNvPr id="13" name="">
            <a:extLst xmlns:a="http://schemas.openxmlformats.org/drawingml/2006/main">
              <a:ext uri="{FF2B5EF4-FFF2-40B4-BE49-F238E27FC236}">
                <a16:creationId xmlns:a16="http://schemas.microsoft.com/office/drawing/2014/main" id="{8E6B870B-3B45-4851-9B39-BB7D25CE8B48}"/>
              </a:ext>
            </a:extLst>
          </p:cNvPr>
          <p:cNvSpPr>
            <a:spLocks xmlns:a="http://schemas.openxmlformats.org/drawingml/2006/main" noGrp="1"/>
          </p:cNvSpPr>
          <p:nvPr/>
        </p:nvSpPr>
        <p:spPr>
          <a:xfrm xmlns:a="http://schemas.openxmlformats.org/drawingml/2006/main">
            <a:off x="4953000" y="4638675"/>
            <a:ext cx="647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33B"/>
                </a:solidFill>
                <a:latin typeface="Arial"/>
                <a:ea typeface="Arial"/>
                <a:cs typeface="Arial"/>
              </a:defRPr>
            </a:defPPr>
            <a:lvl1pPr>
              <a:defRPr sz="1950" b="0">
                <a:solidFill>
                  <a:srgbClr val="14233B"/>
                </a:solidFill>
                <a:latin typeface="Arial"/>
                <a:ea typeface="Arial"/>
                <a:cs typeface="Arial"/>
              </a:defRPr>
            </a:lvl1pPr>
            <a:lvl2pPr>
              <a:defRPr sz="1950" b="0">
                <a:solidFill>
                  <a:srgbClr val="14233B"/>
                </a:solidFill>
                <a:latin typeface="Arial"/>
                <a:ea typeface="Arial"/>
                <a:cs typeface="Arial"/>
              </a:defRPr>
            </a:lvl2pPr>
            <a:lvl3pPr>
              <a:defRPr sz="1950" b="0">
                <a:solidFill>
                  <a:srgbClr val="14233B"/>
                </a:solidFill>
                <a:latin typeface="Arial"/>
                <a:ea typeface="Arial"/>
                <a:cs typeface="Arial"/>
              </a:defRPr>
            </a:lvl3pPr>
            <a:lvl4pPr>
              <a:defRPr sz="1950" b="0">
                <a:solidFill>
                  <a:srgbClr val="14233B"/>
                </a:solidFill>
                <a:latin typeface="Arial"/>
                <a:ea typeface="Arial"/>
                <a:cs typeface="Arial"/>
              </a:defRPr>
            </a:lvl4pPr>
            <a:lvl5pPr>
              <a:defRPr sz="1950" b="0">
                <a:solidFill>
                  <a:srgbClr val="14233B"/>
                </a:solidFill>
                <a:latin typeface="Arial"/>
                <a:ea typeface="Arial"/>
                <a:cs typeface="Arial"/>
              </a:defRPr>
            </a:lvl5pPr>
            <a:lvl6pPr>
              <a:defRPr sz="1950" b="0">
                <a:solidFill>
                  <a:srgbClr val="14233B"/>
                </a:solidFill>
                <a:latin typeface="Arial"/>
                <a:ea typeface="Arial"/>
                <a:cs typeface="Arial"/>
              </a:defRPr>
            </a:lvl6pPr>
            <a:lvl7pPr>
              <a:defRPr sz="1950" b="0">
                <a:solidFill>
                  <a:srgbClr val="14233B"/>
                </a:solidFill>
                <a:latin typeface="Arial"/>
                <a:ea typeface="Arial"/>
                <a:cs typeface="Arial"/>
              </a:defRPr>
            </a:lvl7pPr>
            <a:lvl8pPr>
              <a:defRPr sz="1950" b="0">
                <a:solidFill>
                  <a:srgbClr val="14233B"/>
                </a:solidFill>
                <a:latin typeface="Arial"/>
                <a:ea typeface="Arial"/>
                <a:cs typeface="Arial"/>
              </a:defRPr>
            </a:lvl8pPr>
            <a:lvl9pPr>
              <a:defRPr sz="1950" b="0">
                <a:solidFill>
                  <a:srgbClr val="14233B"/>
                </a:solidFill>
                <a:latin typeface="Arial"/>
                <a:ea typeface="Arial"/>
                <a:cs typeface="Arial"/>
              </a:defRPr>
            </a:lvl9pPr>
          </a:lstStyle>
          <a:p xmlns:a="http://schemas.openxmlformats.org/drawingml/2006/main">
            <a:pPr>
              <a:defRPr sz="1950" b="0">
                <a:solidFill>
                  <a:srgbClr val="14233B"/>
                </a:solidFill>
                <a:latin typeface="Arial"/>
                <a:ea typeface="Arial"/>
                <a:cs typeface="Arial"/>
              </a:defRPr>
            </a:pPr>
            <a:r>
              <a:rPr sz="1950" b="0">
                <a:solidFill>
                  <a:srgbClr val="14233B"/>
                </a:solidFill>
                <a:latin typeface="Arial"/>
                <a:ea typeface="Arial"/>
                <a:cs typeface="Arial"/>
              </a:rPr>
              <a:t>Run seed 7 in runs/second and compare the metrics.</a:t>
            </a:r>
          </a:p>
        </p:txBody>
      </p:sp>
      <p:sp>
        <p:nvSpPr>
          <p:cNvPr id="14" name="">
            <a:extLst xmlns:a="http://schemas.openxmlformats.org/drawingml/2006/main">
              <a:ext uri="{FF2B5EF4-FFF2-40B4-BE49-F238E27FC236}">
                <a16:creationId xmlns:a16="http://schemas.microsoft.com/office/drawing/2014/main" id="{F86C0C8E-5E1E-4BBF-90FF-61ACD32C6C0F}"/>
              </a:ext>
            </a:extLst>
          </p:cNvPr>
          <p:cNvSpPr>
            <a:spLocks xmlns:a="http://schemas.openxmlformats.org/drawingml/2006/main" noGrp="1"/>
          </p:cNvSpPr>
          <p:nvPr/>
        </p:nvSpPr>
        <p:spPr>
          <a:xfrm xmlns:a="http://schemas.openxmlformats.org/drawingml/2006/main">
            <a:off x="609600" y="5762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4A5B6B"/>
                </a:solidFill>
                <a:latin typeface="Arial"/>
                <a:ea typeface="Arial"/>
                <a:cs typeface="Arial"/>
              </a:defRPr>
            </a:defPPr>
            <a:lvl1pPr>
              <a:defRPr sz="1725" b="0">
                <a:solidFill>
                  <a:srgbClr val="4A5B6B"/>
                </a:solidFill>
                <a:latin typeface="Arial"/>
                <a:ea typeface="Arial"/>
                <a:cs typeface="Arial"/>
              </a:defRPr>
            </a:lvl1pPr>
            <a:lvl2pPr>
              <a:defRPr sz="1725" b="0">
                <a:solidFill>
                  <a:srgbClr val="4A5B6B"/>
                </a:solidFill>
                <a:latin typeface="Arial"/>
                <a:ea typeface="Arial"/>
                <a:cs typeface="Arial"/>
              </a:defRPr>
            </a:lvl2pPr>
            <a:lvl3pPr>
              <a:defRPr sz="1725" b="0">
                <a:solidFill>
                  <a:srgbClr val="4A5B6B"/>
                </a:solidFill>
                <a:latin typeface="Arial"/>
                <a:ea typeface="Arial"/>
                <a:cs typeface="Arial"/>
              </a:defRPr>
            </a:lvl3pPr>
            <a:lvl4pPr>
              <a:defRPr sz="1725" b="0">
                <a:solidFill>
                  <a:srgbClr val="4A5B6B"/>
                </a:solidFill>
                <a:latin typeface="Arial"/>
                <a:ea typeface="Arial"/>
                <a:cs typeface="Arial"/>
              </a:defRPr>
            </a:lvl4pPr>
            <a:lvl5pPr>
              <a:defRPr sz="1725" b="0">
                <a:solidFill>
                  <a:srgbClr val="4A5B6B"/>
                </a:solidFill>
                <a:latin typeface="Arial"/>
                <a:ea typeface="Arial"/>
                <a:cs typeface="Arial"/>
              </a:defRPr>
            </a:lvl5pPr>
            <a:lvl6pPr>
              <a:defRPr sz="1725" b="0">
                <a:solidFill>
                  <a:srgbClr val="4A5B6B"/>
                </a:solidFill>
                <a:latin typeface="Arial"/>
                <a:ea typeface="Arial"/>
                <a:cs typeface="Arial"/>
              </a:defRPr>
            </a:lvl6pPr>
            <a:lvl7pPr>
              <a:defRPr sz="1725" b="0">
                <a:solidFill>
                  <a:srgbClr val="4A5B6B"/>
                </a:solidFill>
                <a:latin typeface="Arial"/>
                <a:ea typeface="Arial"/>
                <a:cs typeface="Arial"/>
              </a:defRPr>
            </a:lvl7pPr>
            <a:lvl8pPr>
              <a:defRPr sz="1725" b="0">
                <a:solidFill>
                  <a:srgbClr val="4A5B6B"/>
                </a:solidFill>
                <a:latin typeface="Arial"/>
                <a:ea typeface="Arial"/>
                <a:cs typeface="Arial"/>
              </a:defRPr>
            </a:lvl8pPr>
            <a:lvl9pPr>
              <a:defRPr sz="1725" b="0">
                <a:solidFill>
                  <a:srgbClr val="4A5B6B"/>
                </a:solidFill>
                <a:latin typeface="Arial"/>
                <a:ea typeface="Arial"/>
                <a:cs typeface="Arial"/>
              </a:defRPr>
            </a:lvl9pPr>
          </a:lstStyle>
          <a:p xmlns:a="http://schemas.openxmlformats.org/drawingml/2006/main">
            <a:pPr>
              <a:defRPr sz="1725" b="0">
                <a:solidFill>
                  <a:srgbClr val="4A5B6B"/>
                </a:solidFill>
                <a:latin typeface="Arial"/>
                <a:ea typeface="Arial"/>
                <a:cs typeface="Arial"/>
              </a:defRPr>
            </a:pPr>
            <a:r>
              <a:rPr sz="1725" b="0">
                <a:solidFill>
                  <a:srgbClr val="4A5B6B"/>
                </a:solidFill>
                <a:latin typeface="Arial"/>
                <a:ea typeface="Arial"/>
                <a:cs typeface="Arial"/>
              </a:rPr>
              <a:t>Next: S01 introduces complex numbers and the notation behind qubit states.</a:t>
            </a:r>
          </a:p>
        </p:txBody>
      </p:sp>
      <p:sp>
        <p:nvSpPr>
          <p:cNvPr id="15" name="">
            <a:extLst xmlns:a="http://schemas.openxmlformats.org/drawingml/2006/main">
              <a:ext uri="{FF2B5EF4-FFF2-40B4-BE49-F238E27FC236}">
                <a16:creationId xmlns:a16="http://schemas.microsoft.com/office/drawing/2014/main" id="{5B3172B8-E0D9-4929-B791-B3AFB266050D}"/>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4A5B6B"/>
                </a:solidFill>
                <a:latin typeface="Arial"/>
                <a:ea typeface="Arial"/>
                <a:cs typeface="Arial"/>
              </a:defRPr>
            </a:defPPr>
            <a:lvl1pPr>
              <a:defRPr sz="1200" b="0">
                <a:solidFill>
                  <a:srgbClr val="4A5B6B"/>
                </a:solidFill>
                <a:latin typeface="Arial"/>
                <a:ea typeface="Arial"/>
                <a:cs typeface="Arial"/>
              </a:defRPr>
            </a:lvl1pPr>
            <a:lvl2pPr>
              <a:defRPr sz="1200" b="0">
                <a:solidFill>
                  <a:srgbClr val="4A5B6B"/>
                </a:solidFill>
                <a:latin typeface="Arial"/>
                <a:ea typeface="Arial"/>
                <a:cs typeface="Arial"/>
              </a:defRPr>
            </a:lvl2pPr>
            <a:lvl3pPr>
              <a:defRPr sz="1200" b="0">
                <a:solidFill>
                  <a:srgbClr val="4A5B6B"/>
                </a:solidFill>
                <a:latin typeface="Arial"/>
                <a:ea typeface="Arial"/>
                <a:cs typeface="Arial"/>
              </a:defRPr>
            </a:lvl3pPr>
            <a:lvl4pPr>
              <a:defRPr sz="1200" b="0">
                <a:solidFill>
                  <a:srgbClr val="4A5B6B"/>
                </a:solidFill>
                <a:latin typeface="Arial"/>
                <a:ea typeface="Arial"/>
                <a:cs typeface="Arial"/>
              </a:defRPr>
            </a:lvl4pPr>
            <a:lvl5pPr>
              <a:defRPr sz="1200" b="0">
                <a:solidFill>
                  <a:srgbClr val="4A5B6B"/>
                </a:solidFill>
                <a:latin typeface="Arial"/>
                <a:ea typeface="Arial"/>
                <a:cs typeface="Arial"/>
              </a:defRPr>
            </a:lvl5pPr>
            <a:lvl6pPr>
              <a:defRPr sz="1200" b="0">
                <a:solidFill>
                  <a:srgbClr val="4A5B6B"/>
                </a:solidFill>
                <a:latin typeface="Arial"/>
                <a:ea typeface="Arial"/>
                <a:cs typeface="Arial"/>
              </a:defRPr>
            </a:lvl6pPr>
            <a:lvl7pPr>
              <a:defRPr sz="1200" b="0">
                <a:solidFill>
                  <a:srgbClr val="4A5B6B"/>
                </a:solidFill>
                <a:latin typeface="Arial"/>
                <a:ea typeface="Arial"/>
                <a:cs typeface="Arial"/>
              </a:defRPr>
            </a:lvl7pPr>
            <a:lvl8pPr>
              <a:defRPr sz="1200" b="0">
                <a:solidFill>
                  <a:srgbClr val="4A5B6B"/>
                </a:solidFill>
                <a:latin typeface="Arial"/>
                <a:ea typeface="Arial"/>
                <a:cs typeface="Arial"/>
              </a:defRPr>
            </a:lvl8pPr>
            <a:lvl9pPr>
              <a:defRPr sz="1200" b="0">
                <a:solidFill>
                  <a:srgbClr val="4A5B6B"/>
                </a:solidFill>
                <a:latin typeface="Arial"/>
                <a:ea typeface="Arial"/>
                <a:cs typeface="Arial"/>
              </a:defRPr>
            </a:lvl9pPr>
          </a:lstStyle>
          <a:p xmlns:a="http://schemas.openxmlformats.org/drawingml/2006/main">
            <a:pPr>
              <a:defRPr sz="1200" b="0">
                <a:solidFill>
                  <a:srgbClr val="4A5B6B"/>
                </a:solidFill>
                <a:latin typeface="Arial"/>
                <a:ea typeface="Arial"/>
                <a:cs typeface="Arial"/>
              </a:defRPr>
            </a:pPr>
            <a:r>
              <a:rPr sz="1200" b="0">
                <a:solidFill>
                  <a:srgbClr val="4A5B6B"/>
                </a:solidFill>
                <a:latin typeface="Arial"/>
                <a:ea typeface="Arial"/>
                <a:cs typeface="Arial"/>
              </a:rPr>
              <a:t>12 / 14</a:t>
            </a:r>
          </a:p>
        </p:txBody>
      </p:sp>
    </p:spTree>
    <p:extLst>
      <p:ext uri="{BB962C8B-B14F-4D97-AF65-F5344CB8AC3E}">
        <p14:creationId xmlns:p14="http://schemas.microsoft.com/office/powerpoint/2010/main" val="334001332"/>
      </p:ext>
    </p:extLst>
  </p:cSld>
</p:sld>
</file>

<file path=ppt/slides/slide13.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8253446-F802-479D-A55F-2089272408D7}"/>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168A84"/>
                </a:solidFill>
                <a:latin typeface="Arial"/>
                <a:ea typeface="Arial"/>
                <a:cs typeface="Arial"/>
              </a:defRPr>
            </a:defPPr>
            <a:lvl1pPr>
              <a:defRPr sz="1350" b="1">
                <a:solidFill>
                  <a:srgbClr val="168A84"/>
                </a:solidFill>
                <a:latin typeface="Arial"/>
                <a:ea typeface="Arial"/>
                <a:cs typeface="Arial"/>
              </a:defRPr>
            </a:lvl1pPr>
            <a:lvl2pPr>
              <a:defRPr sz="1350" b="1">
                <a:solidFill>
                  <a:srgbClr val="168A84"/>
                </a:solidFill>
                <a:latin typeface="Arial"/>
                <a:ea typeface="Arial"/>
                <a:cs typeface="Arial"/>
              </a:defRPr>
            </a:lvl2pPr>
            <a:lvl3pPr>
              <a:defRPr sz="1350" b="1">
                <a:solidFill>
                  <a:srgbClr val="168A84"/>
                </a:solidFill>
                <a:latin typeface="Arial"/>
                <a:ea typeface="Arial"/>
                <a:cs typeface="Arial"/>
              </a:defRPr>
            </a:lvl3pPr>
            <a:lvl4pPr>
              <a:defRPr sz="1350" b="1">
                <a:solidFill>
                  <a:srgbClr val="168A84"/>
                </a:solidFill>
                <a:latin typeface="Arial"/>
                <a:ea typeface="Arial"/>
                <a:cs typeface="Arial"/>
              </a:defRPr>
            </a:lvl4pPr>
            <a:lvl5pPr>
              <a:defRPr sz="1350" b="1">
                <a:solidFill>
                  <a:srgbClr val="168A84"/>
                </a:solidFill>
                <a:latin typeface="Arial"/>
                <a:ea typeface="Arial"/>
                <a:cs typeface="Arial"/>
              </a:defRPr>
            </a:lvl5pPr>
            <a:lvl6pPr>
              <a:defRPr sz="1350" b="1">
                <a:solidFill>
                  <a:srgbClr val="168A84"/>
                </a:solidFill>
                <a:latin typeface="Arial"/>
                <a:ea typeface="Arial"/>
                <a:cs typeface="Arial"/>
              </a:defRPr>
            </a:lvl6pPr>
            <a:lvl7pPr>
              <a:defRPr sz="1350" b="1">
                <a:solidFill>
                  <a:srgbClr val="168A84"/>
                </a:solidFill>
                <a:latin typeface="Arial"/>
                <a:ea typeface="Arial"/>
                <a:cs typeface="Arial"/>
              </a:defRPr>
            </a:lvl7pPr>
            <a:lvl8pPr>
              <a:defRPr sz="1350" b="1">
                <a:solidFill>
                  <a:srgbClr val="168A84"/>
                </a:solidFill>
                <a:latin typeface="Arial"/>
                <a:ea typeface="Arial"/>
                <a:cs typeface="Arial"/>
              </a:defRPr>
            </a:lvl8pPr>
            <a:lvl9pPr>
              <a:defRPr sz="1350" b="1">
                <a:solidFill>
                  <a:srgbClr val="168A84"/>
                </a:solidFill>
                <a:latin typeface="Arial"/>
                <a:ea typeface="Arial"/>
                <a:cs typeface="Arial"/>
              </a:defRPr>
            </a:lvl9pPr>
          </a:lstStyle>
          <a:p xmlns:a="http://schemas.openxmlformats.org/drawingml/2006/main">
            <a:pPr>
              <a:defRPr sz="1350" b="1">
                <a:solidFill>
                  <a:srgbClr val="168A84"/>
                </a:solidFill>
                <a:latin typeface="Arial"/>
                <a:ea typeface="Arial"/>
                <a:cs typeface="Arial"/>
              </a:defRPr>
            </a:pPr>
            <a:r>
              <a:rPr sz="1350" b="1">
                <a:solidFill>
                  <a:srgbClr val="168A84"/>
                </a:solidFill>
                <a:latin typeface="Arial"/>
                <a:ea typeface="Arial"/>
                <a:cs typeface="Arial"/>
              </a:rPr>
              <a:t>S00  /  REFERENCE</a:t>
            </a:r>
          </a:p>
        </p:txBody>
      </p:sp>
      <p:sp>
        <p:nvSpPr>
          <p:cNvPr id="3" name="">
            <a:extLst xmlns:a="http://schemas.openxmlformats.org/drawingml/2006/main">
              <a:ext uri="{FF2B5EF4-FFF2-40B4-BE49-F238E27FC236}">
                <a16:creationId xmlns:a16="http://schemas.microsoft.com/office/drawing/2014/main" id="{F60BABB7-51DC-4046-8BCA-B49FD10E0424}"/>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4233B"/>
                </a:solidFill>
                <a:latin typeface="Arial"/>
                <a:ea typeface="Arial"/>
                <a:cs typeface="Arial"/>
              </a:defRPr>
            </a:defPPr>
            <a:lvl1pPr>
              <a:defRPr sz="3300" b="1">
                <a:solidFill>
                  <a:srgbClr val="14233B"/>
                </a:solidFill>
                <a:latin typeface="Arial"/>
                <a:ea typeface="Arial"/>
                <a:cs typeface="Arial"/>
              </a:defRPr>
            </a:lvl1pPr>
            <a:lvl2pPr>
              <a:defRPr sz="3300" b="1">
                <a:solidFill>
                  <a:srgbClr val="14233B"/>
                </a:solidFill>
                <a:latin typeface="Arial"/>
                <a:ea typeface="Arial"/>
                <a:cs typeface="Arial"/>
              </a:defRPr>
            </a:lvl2pPr>
            <a:lvl3pPr>
              <a:defRPr sz="3300" b="1">
                <a:solidFill>
                  <a:srgbClr val="14233B"/>
                </a:solidFill>
                <a:latin typeface="Arial"/>
                <a:ea typeface="Arial"/>
                <a:cs typeface="Arial"/>
              </a:defRPr>
            </a:lvl3pPr>
            <a:lvl4pPr>
              <a:defRPr sz="3300" b="1">
                <a:solidFill>
                  <a:srgbClr val="14233B"/>
                </a:solidFill>
                <a:latin typeface="Arial"/>
                <a:ea typeface="Arial"/>
                <a:cs typeface="Arial"/>
              </a:defRPr>
            </a:lvl4pPr>
            <a:lvl5pPr>
              <a:defRPr sz="3300" b="1">
                <a:solidFill>
                  <a:srgbClr val="14233B"/>
                </a:solidFill>
                <a:latin typeface="Arial"/>
                <a:ea typeface="Arial"/>
                <a:cs typeface="Arial"/>
              </a:defRPr>
            </a:lvl5pPr>
            <a:lvl6pPr>
              <a:defRPr sz="3300" b="1">
                <a:solidFill>
                  <a:srgbClr val="14233B"/>
                </a:solidFill>
                <a:latin typeface="Arial"/>
                <a:ea typeface="Arial"/>
                <a:cs typeface="Arial"/>
              </a:defRPr>
            </a:lvl6pPr>
            <a:lvl7pPr>
              <a:defRPr sz="3300" b="1">
                <a:solidFill>
                  <a:srgbClr val="14233B"/>
                </a:solidFill>
                <a:latin typeface="Arial"/>
                <a:ea typeface="Arial"/>
                <a:cs typeface="Arial"/>
              </a:defRPr>
            </a:lvl7pPr>
            <a:lvl8pPr>
              <a:defRPr sz="3300" b="1">
                <a:solidFill>
                  <a:srgbClr val="14233B"/>
                </a:solidFill>
                <a:latin typeface="Arial"/>
                <a:ea typeface="Arial"/>
                <a:cs typeface="Arial"/>
              </a:defRPr>
            </a:lvl8pPr>
            <a:lvl9pPr>
              <a:defRPr sz="3300" b="1">
                <a:solidFill>
                  <a:srgbClr val="14233B"/>
                </a:solidFill>
                <a:latin typeface="Arial"/>
                <a:ea typeface="Arial"/>
                <a:cs typeface="Arial"/>
              </a:defRPr>
            </a:lvl9pPr>
          </a:lstStyle>
          <a:p xmlns:a="http://schemas.openxmlformats.org/drawingml/2006/main">
            <a:pPr>
              <a:defRPr sz="3300" b="1">
                <a:solidFill>
                  <a:srgbClr val="14233B"/>
                </a:solidFill>
                <a:latin typeface="Arial"/>
                <a:ea typeface="Arial"/>
                <a:cs typeface="Arial"/>
              </a:defRPr>
            </a:pPr>
            <a:r>
              <a:rPr sz="3300" b="1">
                <a:solidFill>
                  <a:srgbClr val="14233B"/>
                </a:solidFill>
                <a:latin typeface="Arial"/>
                <a:ea typeface="Arial"/>
                <a:cs typeface="Arial"/>
              </a:rPr>
              <a:t>Appendix · Windows checks</a:t>
            </a:r>
          </a:p>
        </p:txBody>
      </p:sp>
      <p:sp>
        <p:nvSpPr>
          <p:cNvPr id="4" name="">
            <a:extLst xmlns:a="http://schemas.openxmlformats.org/drawingml/2006/main">
              <a:ext uri="{FF2B5EF4-FFF2-40B4-BE49-F238E27FC236}">
                <a16:creationId xmlns:a16="http://schemas.microsoft.com/office/drawing/2014/main" id="{6132A589-B4FF-495B-B110-68EDECE0A381}"/>
              </a:ext>
            </a:extLst>
          </p:cNvPr>
          <p:cNvSpPr>
            <a:spLocks xmlns:a="http://schemas.openxmlformats.org/drawingml/2006/main" noGrp="1"/>
          </p:cNvSpPr>
          <p:nvPr/>
        </p:nvSpPr>
        <p:spPr>
          <a:xfrm xmlns:a="http://schemas.openxmlformats.org/drawingml/2006/main">
            <a:off x="609600" y="1619250"/>
            <a:ext cx="10972800" cy="1476375"/>
          </a:xfrm>
          <a:prstGeom xmlns:a="http://schemas.openxmlformats.org/drawingml/2006/main" prst="rect">
            <a:avLst/>
          </a:prstGeom>
          <a:solidFill xmlns:a="http://schemas.openxmlformats.org/drawingml/2006/main">
            <a:srgbClr val="14233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7F9F4E-AB8A-445B-AC47-4463A486B0F8}"/>
              </a:ext>
            </a:extLst>
          </p:cNvPr>
          <p:cNvSpPr>
            <a:spLocks xmlns:a="http://schemas.openxmlformats.org/drawingml/2006/main" noGrp="1"/>
          </p:cNvSpPr>
          <p:nvPr/>
        </p:nvSpPr>
        <p:spPr>
          <a:xfrm xmlns:a="http://schemas.openxmlformats.org/drawingml/2006/main">
            <a:off x="800100" y="1790700"/>
            <a:ext cx="10591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F5F3EE"/>
                </a:solidFill>
                <a:latin typeface="Consolas"/>
                <a:ea typeface="Consolas"/>
                <a:cs typeface="Consolas"/>
              </a:defRPr>
            </a:defPPr>
            <a:lvl1pPr>
              <a:defRPr sz="1725" b="0">
                <a:solidFill>
                  <a:srgbClr val="F5F3EE"/>
                </a:solidFill>
                <a:latin typeface="Consolas"/>
                <a:ea typeface="Consolas"/>
                <a:cs typeface="Consolas"/>
              </a:defRPr>
            </a:lvl1pPr>
            <a:lvl2pPr>
              <a:defRPr sz="1725" b="0">
                <a:solidFill>
                  <a:srgbClr val="F5F3EE"/>
                </a:solidFill>
                <a:latin typeface="Consolas"/>
                <a:ea typeface="Consolas"/>
                <a:cs typeface="Consolas"/>
              </a:defRPr>
            </a:lvl2pPr>
            <a:lvl3pPr>
              <a:defRPr sz="1725" b="0">
                <a:solidFill>
                  <a:srgbClr val="F5F3EE"/>
                </a:solidFill>
                <a:latin typeface="Consolas"/>
                <a:ea typeface="Consolas"/>
                <a:cs typeface="Consolas"/>
              </a:defRPr>
            </a:lvl3pPr>
            <a:lvl4pPr>
              <a:defRPr sz="1725" b="0">
                <a:solidFill>
                  <a:srgbClr val="F5F3EE"/>
                </a:solidFill>
                <a:latin typeface="Consolas"/>
                <a:ea typeface="Consolas"/>
                <a:cs typeface="Consolas"/>
              </a:defRPr>
            </a:lvl4pPr>
            <a:lvl5pPr>
              <a:defRPr sz="1725" b="0">
                <a:solidFill>
                  <a:srgbClr val="F5F3EE"/>
                </a:solidFill>
                <a:latin typeface="Consolas"/>
                <a:ea typeface="Consolas"/>
                <a:cs typeface="Consolas"/>
              </a:defRPr>
            </a:lvl5pPr>
            <a:lvl6pPr>
              <a:defRPr sz="1725" b="0">
                <a:solidFill>
                  <a:srgbClr val="F5F3EE"/>
                </a:solidFill>
                <a:latin typeface="Consolas"/>
                <a:ea typeface="Consolas"/>
                <a:cs typeface="Consolas"/>
              </a:defRPr>
            </a:lvl6pPr>
            <a:lvl7pPr>
              <a:defRPr sz="1725" b="0">
                <a:solidFill>
                  <a:srgbClr val="F5F3EE"/>
                </a:solidFill>
                <a:latin typeface="Consolas"/>
                <a:ea typeface="Consolas"/>
                <a:cs typeface="Consolas"/>
              </a:defRPr>
            </a:lvl7pPr>
            <a:lvl8pPr>
              <a:defRPr sz="1725" b="0">
                <a:solidFill>
                  <a:srgbClr val="F5F3EE"/>
                </a:solidFill>
                <a:latin typeface="Consolas"/>
                <a:ea typeface="Consolas"/>
                <a:cs typeface="Consolas"/>
              </a:defRPr>
            </a:lvl8pPr>
            <a:lvl9pPr>
              <a:defRPr sz="1725" b="0">
                <a:solidFill>
                  <a:srgbClr val="F5F3EE"/>
                </a:solidFill>
                <a:latin typeface="Consolas"/>
                <a:ea typeface="Consolas"/>
                <a:cs typeface="Consolas"/>
              </a:defRPr>
            </a:lvl9pPr>
          </a:lstStyle>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.\.venv\Scripts\python.exe -m qubit_course.labs check basics</a:t>
            </a:r>
          </a:p>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.\.venv\Scripts\python.exe -m qubit_course.labs check basics --solution</a:t>
            </a:r>
          </a:p>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.\.venv\Scripts\python.exe -m pytest -q</a:t>
            </a:r>
          </a:p>
        </p:txBody>
      </p:sp>
      <p:sp>
        <p:nvSpPr>
          <p:cNvPr id="6" name="">
            <a:extLst xmlns:a="http://schemas.openxmlformats.org/drawingml/2006/main">
              <a:ext uri="{FF2B5EF4-FFF2-40B4-BE49-F238E27FC236}">
                <a16:creationId xmlns:a16="http://schemas.microsoft.com/office/drawing/2014/main" id="{76816C99-E58B-4CCA-A94B-0AAC7B3E003A}"/>
              </a:ext>
            </a:extLst>
          </p:cNvPr>
          <p:cNvSpPr>
            <a:spLocks xmlns:a="http://schemas.openxmlformats.org/drawingml/2006/main" noGrp="1"/>
          </p:cNvSpPr>
          <p:nvPr/>
        </p:nvSpPr>
        <p:spPr>
          <a:xfrm xmlns:a="http://schemas.openxmlformats.org/drawingml/2006/main">
            <a:off x="609600" y="3333750"/>
            <a:ext cx="4191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1">
                <a:solidFill>
                  <a:srgbClr val="14233B"/>
                </a:solidFill>
                <a:latin typeface="Arial"/>
                <a:ea typeface="Arial"/>
                <a:cs typeface="Arial"/>
              </a:defRPr>
            </a:defPPr>
            <a:lvl1pPr>
              <a:defRPr sz="1725" b="1">
                <a:solidFill>
                  <a:srgbClr val="14233B"/>
                </a:solidFill>
                <a:latin typeface="Arial"/>
                <a:ea typeface="Arial"/>
                <a:cs typeface="Arial"/>
              </a:defRPr>
            </a:lvl1pPr>
            <a:lvl2pPr>
              <a:defRPr sz="1725" b="1">
                <a:solidFill>
                  <a:srgbClr val="14233B"/>
                </a:solidFill>
                <a:latin typeface="Arial"/>
                <a:ea typeface="Arial"/>
                <a:cs typeface="Arial"/>
              </a:defRPr>
            </a:lvl2pPr>
            <a:lvl3pPr>
              <a:defRPr sz="1725" b="1">
                <a:solidFill>
                  <a:srgbClr val="14233B"/>
                </a:solidFill>
                <a:latin typeface="Arial"/>
                <a:ea typeface="Arial"/>
                <a:cs typeface="Arial"/>
              </a:defRPr>
            </a:lvl3pPr>
            <a:lvl4pPr>
              <a:defRPr sz="1725" b="1">
                <a:solidFill>
                  <a:srgbClr val="14233B"/>
                </a:solidFill>
                <a:latin typeface="Arial"/>
                <a:ea typeface="Arial"/>
                <a:cs typeface="Arial"/>
              </a:defRPr>
            </a:lvl4pPr>
            <a:lvl5pPr>
              <a:defRPr sz="1725" b="1">
                <a:solidFill>
                  <a:srgbClr val="14233B"/>
                </a:solidFill>
                <a:latin typeface="Arial"/>
                <a:ea typeface="Arial"/>
                <a:cs typeface="Arial"/>
              </a:defRPr>
            </a:lvl5pPr>
            <a:lvl6pPr>
              <a:defRPr sz="1725" b="1">
                <a:solidFill>
                  <a:srgbClr val="14233B"/>
                </a:solidFill>
                <a:latin typeface="Arial"/>
                <a:ea typeface="Arial"/>
                <a:cs typeface="Arial"/>
              </a:defRPr>
            </a:lvl6pPr>
            <a:lvl7pPr>
              <a:defRPr sz="1725" b="1">
                <a:solidFill>
                  <a:srgbClr val="14233B"/>
                </a:solidFill>
                <a:latin typeface="Arial"/>
                <a:ea typeface="Arial"/>
                <a:cs typeface="Arial"/>
              </a:defRPr>
            </a:lvl7pPr>
            <a:lvl8pPr>
              <a:defRPr sz="1725" b="1">
                <a:solidFill>
                  <a:srgbClr val="14233B"/>
                </a:solidFill>
                <a:latin typeface="Arial"/>
                <a:ea typeface="Arial"/>
                <a:cs typeface="Arial"/>
              </a:defRPr>
            </a:lvl8pPr>
            <a:lvl9pPr>
              <a:defRPr sz="1725" b="1">
                <a:solidFill>
                  <a:srgbClr val="14233B"/>
                </a:solidFill>
                <a:latin typeface="Arial"/>
                <a:ea typeface="Arial"/>
                <a:cs typeface="Arial"/>
              </a:defRPr>
            </a:lvl9pPr>
          </a:lstStyle>
          <a:p xmlns:a="http://schemas.openxmlformats.org/drawingml/2006/main">
            <a:pPr>
              <a:defRPr sz="1725" b="1">
                <a:solidFill>
                  <a:srgbClr val="14233B"/>
                </a:solidFill>
                <a:latin typeface="Arial"/>
                <a:ea typeface="Arial"/>
                <a:cs typeface="Arial"/>
              </a:defRPr>
            </a:pPr>
            <a:r>
              <a:rPr sz="1725" b="1">
                <a:solidFill>
                  <a:srgbClr val="14233B"/>
                </a:solidFill>
                <a:latin typeface="Arial"/>
                <a:ea typeface="Arial"/>
                <a:cs typeface="Arial"/>
              </a:rPr>
              <a:t>UNFINISHED</a:t>
            </a:r>
          </a:p>
        </p:txBody>
      </p:sp>
      <p:sp>
        <p:nvSpPr>
          <p:cNvPr id="7" name="">
            <a:extLst xmlns:a="http://schemas.openxmlformats.org/drawingml/2006/main">
              <a:ext uri="{FF2B5EF4-FFF2-40B4-BE49-F238E27FC236}">
                <a16:creationId xmlns:a16="http://schemas.microsoft.com/office/drawing/2014/main" id="{3800471D-3DF3-43AB-BE8E-3068ACA5A56F}"/>
              </a:ext>
            </a:extLst>
          </p:cNvPr>
          <p:cNvSpPr>
            <a:spLocks xmlns:a="http://schemas.openxmlformats.org/drawingml/2006/main" noGrp="1"/>
          </p:cNvSpPr>
          <p:nvPr/>
        </p:nvSpPr>
        <p:spPr>
          <a:xfrm xmlns:a="http://schemas.openxmlformats.org/drawingml/2006/main">
            <a:off x="4953000" y="3333750"/>
            <a:ext cx="647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14233B"/>
                </a:solidFill>
                <a:latin typeface="Arial"/>
                <a:ea typeface="Arial"/>
                <a:cs typeface="Arial"/>
              </a:defRPr>
            </a:defPPr>
            <a:lvl1pPr>
              <a:defRPr sz="1725" b="0">
                <a:solidFill>
                  <a:srgbClr val="14233B"/>
                </a:solidFill>
                <a:latin typeface="Arial"/>
                <a:ea typeface="Arial"/>
                <a:cs typeface="Arial"/>
              </a:defRPr>
            </a:lvl1pPr>
            <a:lvl2pPr>
              <a:defRPr sz="1725" b="0">
                <a:solidFill>
                  <a:srgbClr val="14233B"/>
                </a:solidFill>
                <a:latin typeface="Arial"/>
                <a:ea typeface="Arial"/>
                <a:cs typeface="Arial"/>
              </a:defRPr>
            </a:lvl2pPr>
            <a:lvl3pPr>
              <a:defRPr sz="1725" b="0">
                <a:solidFill>
                  <a:srgbClr val="14233B"/>
                </a:solidFill>
                <a:latin typeface="Arial"/>
                <a:ea typeface="Arial"/>
                <a:cs typeface="Arial"/>
              </a:defRPr>
            </a:lvl3pPr>
            <a:lvl4pPr>
              <a:defRPr sz="1725" b="0">
                <a:solidFill>
                  <a:srgbClr val="14233B"/>
                </a:solidFill>
                <a:latin typeface="Arial"/>
                <a:ea typeface="Arial"/>
                <a:cs typeface="Arial"/>
              </a:defRPr>
            </a:lvl4pPr>
            <a:lvl5pPr>
              <a:defRPr sz="1725" b="0">
                <a:solidFill>
                  <a:srgbClr val="14233B"/>
                </a:solidFill>
                <a:latin typeface="Arial"/>
                <a:ea typeface="Arial"/>
                <a:cs typeface="Arial"/>
              </a:defRPr>
            </a:lvl5pPr>
            <a:lvl6pPr>
              <a:defRPr sz="1725" b="0">
                <a:solidFill>
                  <a:srgbClr val="14233B"/>
                </a:solidFill>
                <a:latin typeface="Arial"/>
                <a:ea typeface="Arial"/>
                <a:cs typeface="Arial"/>
              </a:defRPr>
            </a:lvl6pPr>
            <a:lvl7pPr>
              <a:defRPr sz="1725" b="0">
                <a:solidFill>
                  <a:srgbClr val="14233B"/>
                </a:solidFill>
                <a:latin typeface="Arial"/>
                <a:ea typeface="Arial"/>
                <a:cs typeface="Arial"/>
              </a:defRPr>
            </a:lvl7pPr>
            <a:lvl8pPr>
              <a:defRPr sz="1725" b="0">
                <a:solidFill>
                  <a:srgbClr val="14233B"/>
                </a:solidFill>
                <a:latin typeface="Arial"/>
                <a:ea typeface="Arial"/>
                <a:cs typeface="Arial"/>
              </a:defRPr>
            </a:lvl8pPr>
            <a:lvl9pPr>
              <a:defRPr sz="1725" b="0">
                <a:solidFill>
                  <a:srgbClr val="14233B"/>
                </a:solidFill>
                <a:latin typeface="Arial"/>
                <a:ea typeface="Arial"/>
                <a:cs typeface="Arial"/>
              </a:defRPr>
            </a:lvl9pPr>
          </a:lstStyle>
          <a:p xmlns:a="http://schemas.openxmlformats.org/drawingml/2006/main">
            <a:pPr>
              <a:defRPr sz="1725" b="0">
                <a:solidFill>
                  <a:srgbClr val="14233B"/>
                </a:solidFill>
                <a:latin typeface="Arial"/>
                <a:ea typeface="Arial"/>
                <a:cs typeface="Arial"/>
              </a:defRPr>
            </a:pPr>
            <a:r>
              <a:rPr sz="1725" b="0">
                <a:solidFill>
                  <a:srgbClr val="14233B"/>
                </a:solidFill>
                <a:latin typeface="Arial"/>
                <a:ea typeface="Arial"/>
                <a:cs typeface="Arial"/>
              </a:rPr>
              <a:t>Expected for the untouched learner starter</a:t>
            </a:r>
          </a:p>
        </p:txBody>
      </p:sp>
      <p:sp>
        <p:nvSpPr>
          <p:cNvPr id="8" name="">
            <a:extLst xmlns:a="http://schemas.openxmlformats.org/drawingml/2006/main">
              <a:ext uri="{FF2B5EF4-FFF2-40B4-BE49-F238E27FC236}">
                <a16:creationId xmlns:a16="http://schemas.microsoft.com/office/drawing/2014/main" id="{CDBC33B7-FE1D-4B4F-B2EB-EB9352132FE2}"/>
              </a:ext>
            </a:extLst>
          </p:cNvPr>
          <p:cNvSpPr>
            <a:spLocks xmlns:a="http://schemas.openxmlformats.org/drawingml/2006/main" noGrp="1"/>
          </p:cNvSpPr>
          <p:nvPr/>
        </p:nvSpPr>
        <p:spPr>
          <a:xfrm xmlns:a="http://schemas.openxmlformats.org/drawingml/2006/main">
            <a:off x="609600" y="4152900"/>
            <a:ext cx="4191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1">
                <a:solidFill>
                  <a:srgbClr val="14233B"/>
                </a:solidFill>
                <a:latin typeface="Arial"/>
                <a:ea typeface="Arial"/>
                <a:cs typeface="Arial"/>
              </a:defRPr>
            </a:defPPr>
            <a:lvl1pPr>
              <a:defRPr sz="1725" b="1">
                <a:solidFill>
                  <a:srgbClr val="14233B"/>
                </a:solidFill>
                <a:latin typeface="Arial"/>
                <a:ea typeface="Arial"/>
                <a:cs typeface="Arial"/>
              </a:defRPr>
            </a:lvl1pPr>
            <a:lvl2pPr>
              <a:defRPr sz="1725" b="1">
                <a:solidFill>
                  <a:srgbClr val="14233B"/>
                </a:solidFill>
                <a:latin typeface="Arial"/>
                <a:ea typeface="Arial"/>
                <a:cs typeface="Arial"/>
              </a:defRPr>
            </a:lvl2pPr>
            <a:lvl3pPr>
              <a:defRPr sz="1725" b="1">
                <a:solidFill>
                  <a:srgbClr val="14233B"/>
                </a:solidFill>
                <a:latin typeface="Arial"/>
                <a:ea typeface="Arial"/>
                <a:cs typeface="Arial"/>
              </a:defRPr>
            </a:lvl3pPr>
            <a:lvl4pPr>
              <a:defRPr sz="1725" b="1">
                <a:solidFill>
                  <a:srgbClr val="14233B"/>
                </a:solidFill>
                <a:latin typeface="Arial"/>
                <a:ea typeface="Arial"/>
                <a:cs typeface="Arial"/>
              </a:defRPr>
            </a:lvl4pPr>
            <a:lvl5pPr>
              <a:defRPr sz="1725" b="1">
                <a:solidFill>
                  <a:srgbClr val="14233B"/>
                </a:solidFill>
                <a:latin typeface="Arial"/>
                <a:ea typeface="Arial"/>
                <a:cs typeface="Arial"/>
              </a:defRPr>
            </a:lvl5pPr>
            <a:lvl6pPr>
              <a:defRPr sz="1725" b="1">
                <a:solidFill>
                  <a:srgbClr val="14233B"/>
                </a:solidFill>
                <a:latin typeface="Arial"/>
                <a:ea typeface="Arial"/>
                <a:cs typeface="Arial"/>
              </a:defRPr>
            </a:lvl6pPr>
            <a:lvl7pPr>
              <a:defRPr sz="1725" b="1">
                <a:solidFill>
                  <a:srgbClr val="14233B"/>
                </a:solidFill>
                <a:latin typeface="Arial"/>
                <a:ea typeface="Arial"/>
                <a:cs typeface="Arial"/>
              </a:defRPr>
            </a:lvl7pPr>
            <a:lvl8pPr>
              <a:defRPr sz="1725" b="1">
                <a:solidFill>
                  <a:srgbClr val="14233B"/>
                </a:solidFill>
                <a:latin typeface="Arial"/>
                <a:ea typeface="Arial"/>
                <a:cs typeface="Arial"/>
              </a:defRPr>
            </a:lvl8pPr>
            <a:lvl9pPr>
              <a:defRPr sz="1725" b="1">
                <a:solidFill>
                  <a:srgbClr val="14233B"/>
                </a:solidFill>
                <a:latin typeface="Arial"/>
                <a:ea typeface="Arial"/>
                <a:cs typeface="Arial"/>
              </a:defRPr>
            </a:lvl9pPr>
          </a:lstStyle>
          <a:p xmlns:a="http://schemas.openxmlformats.org/drawingml/2006/main">
            <a:pPr>
              <a:defRPr sz="1725" b="1">
                <a:solidFill>
                  <a:srgbClr val="14233B"/>
                </a:solidFill>
                <a:latin typeface="Arial"/>
                <a:ea typeface="Arial"/>
                <a:cs typeface="Arial"/>
              </a:defRPr>
            </a:pPr>
            <a:r>
              <a:rPr sz="1725" b="1">
                <a:solidFill>
                  <a:srgbClr val="14233B"/>
                </a:solidFill>
                <a:latin typeface="Arial"/>
                <a:ea typeface="Arial"/>
                <a:cs typeface="Arial"/>
              </a:rPr>
              <a:t>No module named qubit_course</a:t>
            </a:r>
          </a:p>
        </p:txBody>
      </p:sp>
      <p:sp>
        <p:nvSpPr>
          <p:cNvPr id="9" name="">
            <a:extLst xmlns:a="http://schemas.openxmlformats.org/drawingml/2006/main">
              <a:ext uri="{FF2B5EF4-FFF2-40B4-BE49-F238E27FC236}">
                <a16:creationId xmlns:a16="http://schemas.microsoft.com/office/drawing/2014/main" id="{183275E1-C5AC-4B9D-A493-D8FBE653ED3E}"/>
              </a:ext>
            </a:extLst>
          </p:cNvPr>
          <p:cNvSpPr>
            <a:spLocks xmlns:a="http://schemas.openxmlformats.org/drawingml/2006/main" noGrp="1"/>
          </p:cNvSpPr>
          <p:nvPr/>
        </p:nvSpPr>
        <p:spPr>
          <a:xfrm xmlns:a="http://schemas.openxmlformats.org/drawingml/2006/main">
            <a:off x="4953000" y="4152900"/>
            <a:ext cx="647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14233B"/>
                </a:solidFill>
                <a:latin typeface="Arial"/>
                <a:ea typeface="Arial"/>
                <a:cs typeface="Arial"/>
              </a:defRPr>
            </a:defPPr>
            <a:lvl1pPr>
              <a:defRPr sz="1725" b="0">
                <a:solidFill>
                  <a:srgbClr val="14233B"/>
                </a:solidFill>
                <a:latin typeface="Arial"/>
                <a:ea typeface="Arial"/>
                <a:cs typeface="Arial"/>
              </a:defRPr>
            </a:lvl1pPr>
            <a:lvl2pPr>
              <a:defRPr sz="1725" b="0">
                <a:solidFill>
                  <a:srgbClr val="14233B"/>
                </a:solidFill>
                <a:latin typeface="Arial"/>
                <a:ea typeface="Arial"/>
                <a:cs typeface="Arial"/>
              </a:defRPr>
            </a:lvl2pPr>
            <a:lvl3pPr>
              <a:defRPr sz="1725" b="0">
                <a:solidFill>
                  <a:srgbClr val="14233B"/>
                </a:solidFill>
                <a:latin typeface="Arial"/>
                <a:ea typeface="Arial"/>
                <a:cs typeface="Arial"/>
              </a:defRPr>
            </a:lvl3pPr>
            <a:lvl4pPr>
              <a:defRPr sz="1725" b="0">
                <a:solidFill>
                  <a:srgbClr val="14233B"/>
                </a:solidFill>
                <a:latin typeface="Arial"/>
                <a:ea typeface="Arial"/>
                <a:cs typeface="Arial"/>
              </a:defRPr>
            </a:lvl4pPr>
            <a:lvl5pPr>
              <a:defRPr sz="1725" b="0">
                <a:solidFill>
                  <a:srgbClr val="14233B"/>
                </a:solidFill>
                <a:latin typeface="Arial"/>
                <a:ea typeface="Arial"/>
                <a:cs typeface="Arial"/>
              </a:defRPr>
            </a:lvl5pPr>
            <a:lvl6pPr>
              <a:defRPr sz="1725" b="0">
                <a:solidFill>
                  <a:srgbClr val="14233B"/>
                </a:solidFill>
                <a:latin typeface="Arial"/>
                <a:ea typeface="Arial"/>
                <a:cs typeface="Arial"/>
              </a:defRPr>
            </a:lvl6pPr>
            <a:lvl7pPr>
              <a:defRPr sz="1725" b="0">
                <a:solidFill>
                  <a:srgbClr val="14233B"/>
                </a:solidFill>
                <a:latin typeface="Arial"/>
                <a:ea typeface="Arial"/>
                <a:cs typeface="Arial"/>
              </a:defRPr>
            </a:lvl7pPr>
            <a:lvl8pPr>
              <a:defRPr sz="1725" b="0">
                <a:solidFill>
                  <a:srgbClr val="14233B"/>
                </a:solidFill>
                <a:latin typeface="Arial"/>
                <a:ea typeface="Arial"/>
                <a:cs typeface="Arial"/>
              </a:defRPr>
            </a:lvl8pPr>
            <a:lvl9pPr>
              <a:defRPr sz="1725" b="0">
                <a:solidFill>
                  <a:srgbClr val="14233B"/>
                </a:solidFill>
                <a:latin typeface="Arial"/>
                <a:ea typeface="Arial"/>
                <a:cs typeface="Arial"/>
              </a:defRPr>
            </a:lvl9pPr>
          </a:lstStyle>
          <a:p xmlns:a="http://schemas.openxmlformats.org/drawingml/2006/main">
            <a:pPr>
              <a:defRPr sz="1725" b="0">
                <a:solidFill>
                  <a:srgbClr val="14233B"/>
                </a:solidFill>
                <a:latin typeface="Arial"/>
                <a:ea typeface="Arial"/>
                <a:cs typeface="Arial"/>
              </a:defRPr>
            </a:pPr>
            <a:r>
              <a:rPr sz="1725" b="0">
                <a:solidFill>
                  <a:srgbClr val="14233B"/>
                </a:solidFill>
                <a:latin typeface="Arial"/>
                <a:ea typeface="Arial"/>
                <a:cs typeface="Arial"/>
              </a:rPr>
              <a:t>Reinstall editable with this same interpreter</a:t>
            </a:r>
          </a:p>
        </p:txBody>
      </p:sp>
      <p:sp>
        <p:nvSpPr>
          <p:cNvPr id="10" name="">
            <a:extLst xmlns:a="http://schemas.openxmlformats.org/drawingml/2006/main">
              <a:ext uri="{FF2B5EF4-FFF2-40B4-BE49-F238E27FC236}">
                <a16:creationId xmlns:a16="http://schemas.microsoft.com/office/drawing/2014/main" id="{5F4AEE6A-1A2B-4D58-8114-B0AA4843AAA2}"/>
              </a:ext>
            </a:extLst>
          </p:cNvPr>
          <p:cNvSpPr>
            <a:spLocks xmlns:a="http://schemas.openxmlformats.org/drawingml/2006/main" noGrp="1"/>
          </p:cNvSpPr>
          <p:nvPr/>
        </p:nvSpPr>
        <p:spPr>
          <a:xfrm xmlns:a="http://schemas.openxmlformats.org/drawingml/2006/main">
            <a:off x="609600" y="4972050"/>
            <a:ext cx="4191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1">
                <a:solidFill>
                  <a:srgbClr val="14233B"/>
                </a:solidFill>
                <a:latin typeface="Arial"/>
                <a:ea typeface="Arial"/>
                <a:cs typeface="Arial"/>
              </a:defRPr>
            </a:defPPr>
            <a:lvl1pPr>
              <a:defRPr sz="1725" b="1">
                <a:solidFill>
                  <a:srgbClr val="14233B"/>
                </a:solidFill>
                <a:latin typeface="Arial"/>
                <a:ea typeface="Arial"/>
                <a:cs typeface="Arial"/>
              </a:defRPr>
            </a:lvl1pPr>
            <a:lvl2pPr>
              <a:defRPr sz="1725" b="1">
                <a:solidFill>
                  <a:srgbClr val="14233B"/>
                </a:solidFill>
                <a:latin typeface="Arial"/>
                <a:ea typeface="Arial"/>
                <a:cs typeface="Arial"/>
              </a:defRPr>
            </a:lvl2pPr>
            <a:lvl3pPr>
              <a:defRPr sz="1725" b="1">
                <a:solidFill>
                  <a:srgbClr val="14233B"/>
                </a:solidFill>
                <a:latin typeface="Arial"/>
                <a:ea typeface="Arial"/>
                <a:cs typeface="Arial"/>
              </a:defRPr>
            </a:lvl3pPr>
            <a:lvl4pPr>
              <a:defRPr sz="1725" b="1">
                <a:solidFill>
                  <a:srgbClr val="14233B"/>
                </a:solidFill>
                <a:latin typeface="Arial"/>
                <a:ea typeface="Arial"/>
                <a:cs typeface="Arial"/>
              </a:defRPr>
            </a:lvl4pPr>
            <a:lvl5pPr>
              <a:defRPr sz="1725" b="1">
                <a:solidFill>
                  <a:srgbClr val="14233B"/>
                </a:solidFill>
                <a:latin typeface="Arial"/>
                <a:ea typeface="Arial"/>
                <a:cs typeface="Arial"/>
              </a:defRPr>
            </a:lvl5pPr>
            <a:lvl6pPr>
              <a:defRPr sz="1725" b="1">
                <a:solidFill>
                  <a:srgbClr val="14233B"/>
                </a:solidFill>
                <a:latin typeface="Arial"/>
                <a:ea typeface="Arial"/>
                <a:cs typeface="Arial"/>
              </a:defRPr>
            </a:lvl6pPr>
            <a:lvl7pPr>
              <a:defRPr sz="1725" b="1">
                <a:solidFill>
                  <a:srgbClr val="14233B"/>
                </a:solidFill>
                <a:latin typeface="Arial"/>
                <a:ea typeface="Arial"/>
                <a:cs typeface="Arial"/>
              </a:defRPr>
            </a:lvl7pPr>
            <a:lvl8pPr>
              <a:defRPr sz="1725" b="1">
                <a:solidFill>
                  <a:srgbClr val="14233B"/>
                </a:solidFill>
                <a:latin typeface="Arial"/>
                <a:ea typeface="Arial"/>
                <a:cs typeface="Arial"/>
              </a:defRPr>
            </a:lvl8pPr>
            <a:lvl9pPr>
              <a:defRPr sz="1725" b="1">
                <a:solidFill>
                  <a:srgbClr val="14233B"/>
                </a:solidFill>
                <a:latin typeface="Arial"/>
                <a:ea typeface="Arial"/>
                <a:cs typeface="Arial"/>
              </a:defRPr>
            </a:lvl9pPr>
          </a:lstStyle>
          <a:p xmlns:a="http://schemas.openxmlformats.org/drawingml/2006/main">
            <a:pPr>
              <a:defRPr sz="1725" b="1">
                <a:solidFill>
                  <a:srgbClr val="14233B"/>
                </a:solidFill>
                <a:latin typeface="Arial"/>
                <a:ea typeface="Arial"/>
                <a:cs typeface="Arial"/>
              </a:defRPr>
            </a:pPr>
            <a:r>
              <a:rPr sz="1725" b="1">
                <a:solidFill>
                  <a:srgbClr val="14233B"/>
                </a:solidFill>
                <a:latin typeface="Arial"/>
                <a:ea typeface="Arial"/>
                <a:cs typeface="Arial"/>
              </a:rPr>
              <a:t>Activate.ps1 blocked</a:t>
            </a:r>
          </a:p>
        </p:txBody>
      </p:sp>
      <p:sp>
        <p:nvSpPr>
          <p:cNvPr id="11" name="">
            <a:extLst xmlns:a="http://schemas.openxmlformats.org/drawingml/2006/main">
              <a:ext uri="{FF2B5EF4-FFF2-40B4-BE49-F238E27FC236}">
                <a16:creationId xmlns:a16="http://schemas.microsoft.com/office/drawing/2014/main" id="{9D46A167-00EF-42FF-AD51-9D7141DD48CA}"/>
              </a:ext>
            </a:extLst>
          </p:cNvPr>
          <p:cNvSpPr>
            <a:spLocks xmlns:a="http://schemas.openxmlformats.org/drawingml/2006/main" noGrp="1"/>
          </p:cNvSpPr>
          <p:nvPr/>
        </p:nvSpPr>
        <p:spPr>
          <a:xfrm xmlns:a="http://schemas.openxmlformats.org/drawingml/2006/main">
            <a:off x="4953000" y="4972050"/>
            <a:ext cx="647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14233B"/>
                </a:solidFill>
                <a:latin typeface="Arial"/>
                <a:ea typeface="Arial"/>
                <a:cs typeface="Arial"/>
              </a:defRPr>
            </a:defPPr>
            <a:lvl1pPr>
              <a:defRPr sz="1725" b="0">
                <a:solidFill>
                  <a:srgbClr val="14233B"/>
                </a:solidFill>
                <a:latin typeface="Arial"/>
                <a:ea typeface="Arial"/>
                <a:cs typeface="Arial"/>
              </a:defRPr>
            </a:lvl1pPr>
            <a:lvl2pPr>
              <a:defRPr sz="1725" b="0">
                <a:solidFill>
                  <a:srgbClr val="14233B"/>
                </a:solidFill>
                <a:latin typeface="Arial"/>
                <a:ea typeface="Arial"/>
                <a:cs typeface="Arial"/>
              </a:defRPr>
            </a:lvl2pPr>
            <a:lvl3pPr>
              <a:defRPr sz="1725" b="0">
                <a:solidFill>
                  <a:srgbClr val="14233B"/>
                </a:solidFill>
                <a:latin typeface="Arial"/>
                <a:ea typeface="Arial"/>
                <a:cs typeface="Arial"/>
              </a:defRPr>
            </a:lvl3pPr>
            <a:lvl4pPr>
              <a:defRPr sz="1725" b="0">
                <a:solidFill>
                  <a:srgbClr val="14233B"/>
                </a:solidFill>
                <a:latin typeface="Arial"/>
                <a:ea typeface="Arial"/>
                <a:cs typeface="Arial"/>
              </a:defRPr>
            </a:lvl4pPr>
            <a:lvl5pPr>
              <a:defRPr sz="1725" b="0">
                <a:solidFill>
                  <a:srgbClr val="14233B"/>
                </a:solidFill>
                <a:latin typeface="Arial"/>
                <a:ea typeface="Arial"/>
                <a:cs typeface="Arial"/>
              </a:defRPr>
            </a:lvl5pPr>
            <a:lvl6pPr>
              <a:defRPr sz="1725" b="0">
                <a:solidFill>
                  <a:srgbClr val="14233B"/>
                </a:solidFill>
                <a:latin typeface="Arial"/>
                <a:ea typeface="Arial"/>
                <a:cs typeface="Arial"/>
              </a:defRPr>
            </a:lvl6pPr>
            <a:lvl7pPr>
              <a:defRPr sz="1725" b="0">
                <a:solidFill>
                  <a:srgbClr val="14233B"/>
                </a:solidFill>
                <a:latin typeface="Arial"/>
                <a:ea typeface="Arial"/>
                <a:cs typeface="Arial"/>
              </a:defRPr>
            </a:lvl7pPr>
            <a:lvl8pPr>
              <a:defRPr sz="1725" b="0">
                <a:solidFill>
                  <a:srgbClr val="14233B"/>
                </a:solidFill>
                <a:latin typeface="Arial"/>
                <a:ea typeface="Arial"/>
                <a:cs typeface="Arial"/>
              </a:defRPr>
            </a:lvl8pPr>
            <a:lvl9pPr>
              <a:defRPr sz="1725" b="0">
                <a:solidFill>
                  <a:srgbClr val="14233B"/>
                </a:solidFill>
                <a:latin typeface="Arial"/>
                <a:ea typeface="Arial"/>
                <a:cs typeface="Arial"/>
              </a:defRPr>
            </a:lvl9pPr>
          </a:lstStyle>
          <a:p xmlns:a="http://schemas.openxmlformats.org/drawingml/2006/main">
            <a:pPr>
              <a:defRPr sz="1725" b="0">
                <a:solidFill>
                  <a:srgbClr val="14233B"/>
                </a:solidFill>
                <a:latin typeface="Arial"/>
                <a:ea typeface="Arial"/>
                <a:cs typeface="Arial"/>
              </a:defRPr>
            </a:pPr>
            <a:r>
              <a:rPr sz="1725" b="0">
                <a:solidFill>
                  <a:srgbClr val="14233B"/>
                </a:solidFill>
                <a:latin typeface="Arial"/>
                <a:ea typeface="Arial"/>
                <a:cs typeface="Arial"/>
              </a:rPr>
              <a:t>Continue with the explicit python.exe path</a:t>
            </a:r>
          </a:p>
        </p:txBody>
      </p:sp>
      <p:sp>
        <p:nvSpPr>
          <p:cNvPr id="12" name="">
            <a:extLst xmlns:a="http://schemas.openxmlformats.org/drawingml/2006/main">
              <a:ext uri="{FF2B5EF4-FFF2-40B4-BE49-F238E27FC236}">
                <a16:creationId xmlns:a16="http://schemas.microsoft.com/office/drawing/2014/main" id="{98FE934C-9714-46FA-8F1E-6AF608566346}"/>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4A5B6B"/>
                </a:solidFill>
                <a:latin typeface="Arial"/>
                <a:ea typeface="Arial"/>
                <a:cs typeface="Arial"/>
              </a:defRPr>
            </a:defPPr>
            <a:lvl1pPr>
              <a:defRPr sz="1200" b="0">
                <a:solidFill>
                  <a:srgbClr val="4A5B6B"/>
                </a:solidFill>
                <a:latin typeface="Arial"/>
                <a:ea typeface="Arial"/>
                <a:cs typeface="Arial"/>
              </a:defRPr>
            </a:lvl1pPr>
            <a:lvl2pPr>
              <a:defRPr sz="1200" b="0">
                <a:solidFill>
                  <a:srgbClr val="4A5B6B"/>
                </a:solidFill>
                <a:latin typeface="Arial"/>
                <a:ea typeface="Arial"/>
                <a:cs typeface="Arial"/>
              </a:defRPr>
            </a:lvl2pPr>
            <a:lvl3pPr>
              <a:defRPr sz="1200" b="0">
                <a:solidFill>
                  <a:srgbClr val="4A5B6B"/>
                </a:solidFill>
                <a:latin typeface="Arial"/>
                <a:ea typeface="Arial"/>
                <a:cs typeface="Arial"/>
              </a:defRPr>
            </a:lvl3pPr>
            <a:lvl4pPr>
              <a:defRPr sz="1200" b="0">
                <a:solidFill>
                  <a:srgbClr val="4A5B6B"/>
                </a:solidFill>
                <a:latin typeface="Arial"/>
                <a:ea typeface="Arial"/>
                <a:cs typeface="Arial"/>
              </a:defRPr>
            </a:lvl4pPr>
            <a:lvl5pPr>
              <a:defRPr sz="1200" b="0">
                <a:solidFill>
                  <a:srgbClr val="4A5B6B"/>
                </a:solidFill>
                <a:latin typeface="Arial"/>
                <a:ea typeface="Arial"/>
                <a:cs typeface="Arial"/>
              </a:defRPr>
            </a:lvl5pPr>
            <a:lvl6pPr>
              <a:defRPr sz="1200" b="0">
                <a:solidFill>
                  <a:srgbClr val="4A5B6B"/>
                </a:solidFill>
                <a:latin typeface="Arial"/>
                <a:ea typeface="Arial"/>
                <a:cs typeface="Arial"/>
              </a:defRPr>
            </a:lvl6pPr>
            <a:lvl7pPr>
              <a:defRPr sz="1200" b="0">
                <a:solidFill>
                  <a:srgbClr val="4A5B6B"/>
                </a:solidFill>
                <a:latin typeface="Arial"/>
                <a:ea typeface="Arial"/>
                <a:cs typeface="Arial"/>
              </a:defRPr>
            </a:lvl7pPr>
            <a:lvl8pPr>
              <a:defRPr sz="1200" b="0">
                <a:solidFill>
                  <a:srgbClr val="4A5B6B"/>
                </a:solidFill>
                <a:latin typeface="Arial"/>
                <a:ea typeface="Arial"/>
                <a:cs typeface="Arial"/>
              </a:defRPr>
            </a:lvl8pPr>
            <a:lvl9pPr>
              <a:defRPr sz="1200" b="0">
                <a:solidFill>
                  <a:srgbClr val="4A5B6B"/>
                </a:solidFill>
                <a:latin typeface="Arial"/>
                <a:ea typeface="Arial"/>
                <a:cs typeface="Arial"/>
              </a:defRPr>
            </a:lvl9pPr>
          </a:lstStyle>
          <a:p xmlns:a="http://schemas.openxmlformats.org/drawingml/2006/main">
            <a:pPr>
              <a:defRPr sz="1200" b="0">
                <a:solidFill>
                  <a:srgbClr val="4A5B6B"/>
                </a:solidFill>
                <a:latin typeface="Arial"/>
                <a:ea typeface="Arial"/>
                <a:cs typeface="Arial"/>
              </a:defRPr>
            </a:pPr>
            <a:r>
              <a:rPr sz="1200" b="0">
                <a:solidFill>
                  <a:srgbClr val="4A5B6B"/>
                </a:solidFill>
                <a:latin typeface="Arial"/>
                <a:ea typeface="Arial"/>
                <a:cs typeface="Arial"/>
              </a:rPr>
              <a:t>13 / 14</a:t>
            </a:r>
          </a:p>
        </p:txBody>
      </p:sp>
    </p:spTree>
    <p:extLst>
      <p:ext uri="{BB962C8B-B14F-4D97-AF65-F5344CB8AC3E}">
        <p14:creationId xmlns:p14="http://schemas.microsoft.com/office/powerpoint/2010/main" val="1477611623"/>
      </p:ext>
    </p:extLst>
  </p:cSld>
</p:sld>
</file>

<file path=ppt/slides/slide1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21090D1-0A63-4091-9848-3D6640753544}"/>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168A84"/>
                </a:solidFill>
                <a:latin typeface="Arial"/>
                <a:ea typeface="Arial"/>
                <a:cs typeface="Arial"/>
              </a:defRPr>
            </a:defPPr>
            <a:lvl1pPr>
              <a:defRPr sz="1350" b="1">
                <a:solidFill>
                  <a:srgbClr val="168A84"/>
                </a:solidFill>
                <a:latin typeface="Arial"/>
                <a:ea typeface="Arial"/>
                <a:cs typeface="Arial"/>
              </a:defRPr>
            </a:lvl1pPr>
            <a:lvl2pPr>
              <a:defRPr sz="1350" b="1">
                <a:solidFill>
                  <a:srgbClr val="168A84"/>
                </a:solidFill>
                <a:latin typeface="Arial"/>
                <a:ea typeface="Arial"/>
                <a:cs typeface="Arial"/>
              </a:defRPr>
            </a:lvl2pPr>
            <a:lvl3pPr>
              <a:defRPr sz="1350" b="1">
                <a:solidFill>
                  <a:srgbClr val="168A84"/>
                </a:solidFill>
                <a:latin typeface="Arial"/>
                <a:ea typeface="Arial"/>
                <a:cs typeface="Arial"/>
              </a:defRPr>
            </a:lvl3pPr>
            <a:lvl4pPr>
              <a:defRPr sz="1350" b="1">
                <a:solidFill>
                  <a:srgbClr val="168A84"/>
                </a:solidFill>
                <a:latin typeface="Arial"/>
                <a:ea typeface="Arial"/>
                <a:cs typeface="Arial"/>
              </a:defRPr>
            </a:lvl4pPr>
            <a:lvl5pPr>
              <a:defRPr sz="1350" b="1">
                <a:solidFill>
                  <a:srgbClr val="168A84"/>
                </a:solidFill>
                <a:latin typeface="Arial"/>
                <a:ea typeface="Arial"/>
                <a:cs typeface="Arial"/>
              </a:defRPr>
            </a:lvl5pPr>
            <a:lvl6pPr>
              <a:defRPr sz="1350" b="1">
                <a:solidFill>
                  <a:srgbClr val="168A84"/>
                </a:solidFill>
                <a:latin typeface="Arial"/>
                <a:ea typeface="Arial"/>
                <a:cs typeface="Arial"/>
              </a:defRPr>
            </a:lvl6pPr>
            <a:lvl7pPr>
              <a:defRPr sz="1350" b="1">
                <a:solidFill>
                  <a:srgbClr val="168A84"/>
                </a:solidFill>
                <a:latin typeface="Arial"/>
                <a:ea typeface="Arial"/>
                <a:cs typeface="Arial"/>
              </a:defRPr>
            </a:lvl7pPr>
            <a:lvl8pPr>
              <a:defRPr sz="1350" b="1">
                <a:solidFill>
                  <a:srgbClr val="168A84"/>
                </a:solidFill>
                <a:latin typeface="Arial"/>
                <a:ea typeface="Arial"/>
                <a:cs typeface="Arial"/>
              </a:defRPr>
            </a:lvl8pPr>
            <a:lvl9pPr>
              <a:defRPr sz="1350" b="1">
                <a:solidFill>
                  <a:srgbClr val="168A84"/>
                </a:solidFill>
                <a:latin typeface="Arial"/>
                <a:ea typeface="Arial"/>
                <a:cs typeface="Arial"/>
              </a:defRPr>
            </a:lvl9pPr>
          </a:lstStyle>
          <a:p xmlns:a="http://schemas.openxmlformats.org/drawingml/2006/main">
            <a:pPr>
              <a:defRPr sz="1350" b="1">
                <a:solidFill>
                  <a:srgbClr val="168A84"/>
                </a:solidFill>
                <a:latin typeface="Arial"/>
                <a:ea typeface="Arial"/>
                <a:cs typeface="Arial"/>
              </a:defRPr>
            </a:pPr>
            <a:r>
              <a:rPr sz="1350" b="1">
                <a:solidFill>
                  <a:srgbClr val="168A84"/>
                </a:solidFill>
                <a:latin typeface="Arial"/>
                <a:ea typeface="Arial"/>
                <a:cs typeface="Arial"/>
              </a:rPr>
              <a:t>S00  /  REFERENCE</a:t>
            </a:r>
          </a:p>
        </p:txBody>
      </p:sp>
      <p:sp>
        <p:nvSpPr>
          <p:cNvPr id="3" name="">
            <a:extLst xmlns:a="http://schemas.openxmlformats.org/drawingml/2006/main">
              <a:ext uri="{FF2B5EF4-FFF2-40B4-BE49-F238E27FC236}">
                <a16:creationId xmlns:a16="http://schemas.microsoft.com/office/drawing/2014/main" id="{3274422A-1004-4EC7-BC4A-E8F7FE1E967D}"/>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4233B"/>
                </a:solidFill>
                <a:latin typeface="Arial"/>
                <a:ea typeface="Arial"/>
                <a:cs typeface="Arial"/>
              </a:defRPr>
            </a:defPPr>
            <a:lvl1pPr>
              <a:defRPr sz="3300" b="1">
                <a:solidFill>
                  <a:srgbClr val="14233B"/>
                </a:solidFill>
                <a:latin typeface="Arial"/>
                <a:ea typeface="Arial"/>
                <a:cs typeface="Arial"/>
              </a:defRPr>
            </a:lvl1pPr>
            <a:lvl2pPr>
              <a:defRPr sz="3300" b="1">
                <a:solidFill>
                  <a:srgbClr val="14233B"/>
                </a:solidFill>
                <a:latin typeface="Arial"/>
                <a:ea typeface="Arial"/>
                <a:cs typeface="Arial"/>
              </a:defRPr>
            </a:lvl2pPr>
            <a:lvl3pPr>
              <a:defRPr sz="3300" b="1">
                <a:solidFill>
                  <a:srgbClr val="14233B"/>
                </a:solidFill>
                <a:latin typeface="Arial"/>
                <a:ea typeface="Arial"/>
                <a:cs typeface="Arial"/>
              </a:defRPr>
            </a:lvl3pPr>
            <a:lvl4pPr>
              <a:defRPr sz="3300" b="1">
                <a:solidFill>
                  <a:srgbClr val="14233B"/>
                </a:solidFill>
                <a:latin typeface="Arial"/>
                <a:ea typeface="Arial"/>
                <a:cs typeface="Arial"/>
              </a:defRPr>
            </a:lvl4pPr>
            <a:lvl5pPr>
              <a:defRPr sz="3300" b="1">
                <a:solidFill>
                  <a:srgbClr val="14233B"/>
                </a:solidFill>
                <a:latin typeface="Arial"/>
                <a:ea typeface="Arial"/>
                <a:cs typeface="Arial"/>
              </a:defRPr>
            </a:lvl5pPr>
            <a:lvl6pPr>
              <a:defRPr sz="3300" b="1">
                <a:solidFill>
                  <a:srgbClr val="14233B"/>
                </a:solidFill>
                <a:latin typeface="Arial"/>
                <a:ea typeface="Arial"/>
                <a:cs typeface="Arial"/>
              </a:defRPr>
            </a:lvl6pPr>
            <a:lvl7pPr>
              <a:defRPr sz="3300" b="1">
                <a:solidFill>
                  <a:srgbClr val="14233B"/>
                </a:solidFill>
                <a:latin typeface="Arial"/>
                <a:ea typeface="Arial"/>
                <a:cs typeface="Arial"/>
              </a:defRPr>
            </a:lvl7pPr>
            <a:lvl8pPr>
              <a:defRPr sz="3300" b="1">
                <a:solidFill>
                  <a:srgbClr val="14233B"/>
                </a:solidFill>
                <a:latin typeface="Arial"/>
                <a:ea typeface="Arial"/>
                <a:cs typeface="Arial"/>
              </a:defRPr>
            </a:lvl8pPr>
            <a:lvl9pPr>
              <a:defRPr sz="3300" b="1">
                <a:solidFill>
                  <a:srgbClr val="14233B"/>
                </a:solidFill>
                <a:latin typeface="Arial"/>
                <a:ea typeface="Arial"/>
                <a:cs typeface="Arial"/>
              </a:defRPr>
            </a:lvl9pPr>
          </a:lstStyle>
          <a:p xmlns:a="http://schemas.openxmlformats.org/drawingml/2006/main">
            <a:pPr>
              <a:defRPr sz="3300" b="1">
                <a:solidFill>
                  <a:srgbClr val="14233B"/>
                </a:solidFill>
                <a:latin typeface="Arial"/>
                <a:ea typeface="Arial"/>
                <a:cs typeface="Arial"/>
              </a:defRPr>
            </a:pPr>
            <a:r>
              <a:rPr sz="3300" b="1">
                <a:solidFill>
                  <a:srgbClr val="14233B"/>
                </a:solidFill>
                <a:latin typeface="Arial"/>
                <a:ea typeface="Arial"/>
                <a:cs typeface="Arial"/>
              </a:rPr>
              <a:t>Appendix · Ubuntu checks</a:t>
            </a:r>
          </a:p>
        </p:txBody>
      </p:sp>
      <p:sp>
        <p:nvSpPr>
          <p:cNvPr id="4" name="">
            <a:extLst xmlns:a="http://schemas.openxmlformats.org/drawingml/2006/main">
              <a:ext uri="{FF2B5EF4-FFF2-40B4-BE49-F238E27FC236}">
                <a16:creationId xmlns:a16="http://schemas.microsoft.com/office/drawing/2014/main" id="{953C0788-B4F9-4911-9D30-9D56B8555B03}"/>
              </a:ext>
            </a:extLst>
          </p:cNvPr>
          <p:cNvSpPr>
            <a:spLocks xmlns:a="http://schemas.openxmlformats.org/drawingml/2006/main" noGrp="1"/>
          </p:cNvSpPr>
          <p:nvPr/>
        </p:nvSpPr>
        <p:spPr>
          <a:xfrm xmlns:a="http://schemas.openxmlformats.org/drawingml/2006/main">
            <a:off x="609600" y="1619250"/>
            <a:ext cx="10972800" cy="1476375"/>
          </a:xfrm>
          <a:prstGeom xmlns:a="http://schemas.openxmlformats.org/drawingml/2006/main" prst="rect">
            <a:avLst/>
          </a:prstGeom>
          <a:solidFill xmlns:a="http://schemas.openxmlformats.org/drawingml/2006/main">
            <a:srgbClr val="14233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BA74073-71FE-4A33-8A8E-9DB10B63A80C}"/>
              </a:ext>
            </a:extLst>
          </p:cNvPr>
          <p:cNvSpPr>
            <a:spLocks xmlns:a="http://schemas.openxmlformats.org/drawingml/2006/main" noGrp="1"/>
          </p:cNvSpPr>
          <p:nvPr/>
        </p:nvSpPr>
        <p:spPr>
          <a:xfrm xmlns:a="http://schemas.openxmlformats.org/drawingml/2006/main">
            <a:off x="800100" y="1790700"/>
            <a:ext cx="10591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F5F3EE"/>
                </a:solidFill>
                <a:latin typeface="Consolas"/>
                <a:ea typeface="Consolas"/>
                <a:cs typeface="Consolas"/>
              </a:defRPr>
            </a:defPPr>
            <a:lvl1pPr>
              <a:defRPr sz="1725" b="0">
                <a:solidFill>
                  <a:srgbClr val="F5F3EE"/>
                </a:solidFill>
                <a:latin typeface="Consolas"/>
                <a:ea typeface="Consolas"/>
                <a:cs typeface="Consolas"/>
              </a:defRPr>
            </a:lvl1pPr>
            <a:lvl2pPr>
              <a:defRPr sz="1725" b="0">
                <a:solidFill>
                  <a:srgbClr val="F5F3EE"/>
                </a:solidFill>
                <a:latin typeface="Consolas"/>
                <a:ea typeface="Consolas"/>
                <a:cs typeface="Consolas"/>
              </a:defRPr>
            </a:lvl2pPr>
            <a:lvl3pPr>
              <a:defRPr sz="1725" b="0">
                <a:solidFill>
                  <a:srgbClr val="F5F3EE"/>
                </a:solidFill>
                <a:latin typeface="Consolas"/>
                <a:ea typeface="Consolas"/>
                <a:cs typeface="Consolas"/>
              </a:defRPr>
            </a:lvl3pPr>
            <a:lvl4pPr>
              <a:defRPr sz="1725" b="0">
                <a:solidFill>
                  <a:srgbClr val="F5F3EE"/>
                </a:solidFill>
                <a:latin typeface="Consolas"/>
                <a:ea typeface="Consolas"/>
                <a:cs typeface="Consolas"/>
              </a:defRPr>
            </a:lvl4pPr>
            <a:lvl5pPr>
              <a:defRPr sz="1725" b="0">
                <a:solidFill>
                  <a:srgbClr val="F5F3EE"/>
                </a:solidFill>
                <a:latin typeface="Consolas"/>
                <a:ea typeface="Consolas"/>
                <a:cs typeface="Consolas"/>
              </a:defRPr>
            </a:lvl5pPr>
            <a:lvl6pPr>
              <a:defRPr sz="1725" b="0">
                <a:solidFill>
                  <a:srgbClr val="F5F3EE"/>
                </a:solidFill>
                <a:latin typeface="Consolas"/>
                <a:ea typeface="Consolas"/>
                <a:cs typeface="Consolas"/>
              </a:defRPr>
            </a:lvl6pPr>
            <a:lvl7pPr>
              <a:defRPr sz="1725" b="0">
                <a:solidFill>
                  <a:srgbClr val="F5F3EE"/>
                </a:solidFill>
                <a:latin typeface="Consolas"/>
                <a:ea typeface="Consolas"/>
                <a:cs typeface="Consolas"/>
              </a:defRPr>
            </a:lvl7pPr>
            <a:lvl8pPr>
              <a:defRPr sz="1725" b="0">
                <a:solidFill>
                  <a:srgbClr val="F5F3EE"/>
                </a:solidFill>
                <a:latin typeface="Consolas"/>
                <a:ea typeface="Consolas"/>
                <a:cs typeface="Consolas"/>
              </a:defRPr>
            </a:lvl8pPr>
            <a:lvl9pPr>
              <a:defRPr sz="1725" b="0">
                <a:solidFill>
                  <a:srgbClr val="F5F3EE"/>
                </a:solidFill>
                <a:latin typeface="Consolas"/>
                <a:ea typeface="Consolas"/>
                <a:cs typeface="Consolas"/>
              </a:defRPr>
            </a:lvl9pPr>
          </a:lstStyle>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./.venv/bin/python -m qubit_course.labs check basics</a:t>
            </a:r>
          </a:p>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./.venv/bin/python -m qubit_course.labs check basics --solution</a:t>
            </a:r>
          </a:p>
          <a:p xmlns:a="http://schemas.openxmlformats.org/drawingml/2006/main">
            <a:pPr>
              <a:defRPr sz="1725" b="0">
                <a:solidFill>
                  <a:srgbClr val="F5F3EE"/>
                </a:solidFill>
                <a:latin typeface="Consolas"/>
                <a:ea typeface="Consolas"/>
                <a:cs typeface="Consolas"/>
              </a:defRPr>
            </a:pPr>
            <a:r>
              <a:rPr sz="1725" b="0">
                <a:solidFill>
                  <a:srgbClr val="F5F3EE"/>
                </a:solidFill>
                <a:latin typeface="Consolas"/>
                <a:ea typeface="Consolas"/>
                <a:cs typeface="Consolas"/>
              </a:rPr>
              <a:t>./.venv/bin/python -m pytest -q</a:t>
            </a:r>
          </a:p>
        </p:txBody>
      </p:sp>
      <p:sp>
        <p:nvSpPr>
          <p:cNvPr id="6" name="">
            <a:extLst xmlns:a="http://schemas.openxmlformats.org/drawingml/2006/main">
              <a:ext uri="{FF2B5EF4-FFF2-40B4-BE49-F238E27FC236}">
                <a16:creationId xmlns:a16="http://schemas.microsoft.com/office/drawing/2014/main" id="{700ABB25-60D1-49C9-99C9-58B192E6EE84}"/>
              </a:ext>
            </a:extLst>
          </p:cNvPr>
          <p:cNvSpPr>
            <a:spLocks xmlns:a="http://schemas.openxmlformats.org/drawingml/2006/main" noGrp="1"/>
          </p:cNvSpPr>
          <p:nvPr/>
        </p:nvSpPr>
        <p:spPr>
          <a:xfrm xmlns:a="http://schemas.openxmlformats.org/drawingml/2006/main">
            <a:off x="609600" y="3333750"/>
            <a:ext cx="4191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1">
                <a:solidFill>
                  <a:srgbClr val="14233B"/>
                </a:solidFill>
                <a:latin typeface="Arial"/>
                <a:ea typeface="Arial"/>
                <a:cs typeface="Arial"/>
              </a:defRPr>
            </a:defPPr>
            <a:lvl1pPr>
              <a:defRPr sz="1725" b="1">
                <a:solidFill>
                  <a:srgbClr val="14233B"/>
                </a:solidFill>
                <a:latin typeface="Arial"/>
                <a:ea typeface="Arial"/>
                <a:cs typeface="Arial"/>
              </a:defRPr>
            </a:lvl1pPr>
            <a:lvl2pPr>
              <a:defRPr sz="1725" b="1">
                <a:solidFill>
                  <a:srgbClr val="14233B"/>
                </a:solidFill>
                <a:latin typeface="Arial"/>
                <a:ea typeface="Arial"/>
                <a:cs typeface="Arial"/>
              </a:defRPr>
            </a:lvl2pPr>
            <a:lvl3pPr>
              <a:defRPr sz="1725" b="1">
                <a:solidFill>
                  <a:srgbClr val="14233B"/>
                </a:solidFill>
                <a:latin typeface="Arial"/>
                <a:ea typeface="Arial"/>
                <a:cs typeface="Arial"/>
              </a:defRPr>
            </a:lvl3pPr>
            <a:lvl4pPr>
              <a:defRPr sz="1725" b="1">
                <a:solidFill>
                  <a:srgbClr val="14233B"/>
                </a:solidFill>
                <a:latin typeface="Arial"/>
                <a:ea typeface="Arial"/>
                <a:cs typeface="Arial"/>
              </a:defRPr>
            </a:lvl4pPr>
            <a:lvl5pPr>
              <a:defRPr sz="1725" b="1">
                <a:solidFill>
                  <a:srgbClr val="14233B"/>
                </a:solidFill>
                <a:latin typeface="Arial"/>
                <a:ea typeface="Arial"/>
                <a:cs typeface="Arial"/>
              </a:defRPr>
            </a:lvl5pPr>
            <a:lvl6pPr>
              <a:defRPr sz="1725" b="1">
                <a:solidFill>
                  <a:srgbClr val="14233B"/>
                </a:solidFill>
                <a:latin typeface="Arial"/>
                <a:ea typeface="Arial"/>
                <a:cs typeface="Arial"/>
              </a:defRPr>
            </a:lvl6pPr>
            <a:lvl7pPr>
              <a:defRPr sz="1725" b="1">
                <a:solidFill>
                  <a:srgbClr val="14233B"/>
                </a:solidFill>
                <a:latin typeface="Arial"/>
                <a:ea typeface="Arial"/>
                <a:cs typeface="Arial"/>
              </a:defRPr>
            </a:lvl7pPr>
            <a:lvl8pPr>
              <a:defRPr sz="1725" b="1">
                <a:solidFill>
                  <a:srgbClr val="14233B"/>
                </a:solidFill>
                <a:latin typeface="Arial"/>
                <a:ea typeface="Arial"/>
                <a:cs typeface="Arial"/>
              </a:defRPr>
            </a:lvl8pPr>
            <a:lvl9pPr>
              <a:defRPr sz="1725" b="1">
                <a:solidFill>
                  <a:srgbClr val="14233B"/>
                </a:solidFill>
                <a:latin typeface="Arial"/>
                <a:ea typeface="Arial"/>
                <a:cs typeface="Arial"/>
              </a:defRPr>
            </a:lvl9pPr>
          </a:lstStyle>
          <a:p xmlns:a="http://schemas.openxmlformats.org/drawingml/2006/main">
            <a:pPr>
              <a:defRPr sz="1725" b="1">
                <a:solidFill>
                  <a:srgbClr val="14233B"/>
                </a:solidFill>
                <a:latin typeface="Arial"/>
                <a:ea typeface="Arial"/>
                <a:cs typeface="Arial"/>
              </a:defRPr>
            </a:pPr>
            <a:r>
              <a:rPr sz="1725" b="1">
                <a:solidFill>
                  <a:srgbClr val="14233B"/>
                </a:solidFill>
                <a:latin typeface="Arial"/>
                <a:ea typeface="Arial"/>
                <a:cs typeface="Arial"/>
              </a:rPr>
              <a:t>venv creation fails</a:t>
            </a:r>
          </a:p>
        </p:txBody>
      </p:sp>
      <p:sp>
        <p:nvSpPr>
          <p:cNvPr id="7" name="">
            <a:extLst xmlns:a="http://schemas.openxmlformats.org/drawingml/2006/main">
              <a:ext uri="{FF2B5EF4-FFF2-40B4-BE49-F238E27FC236}">
                <a16:creationId xmlns:a16="http://schemas.microsoft.com/office/drawing/2014/main" id="{B2D733EC-1AA3-49F4-8823-2561A3854FF9}"/>
              </a:ext>
            </a:extLst>
          </p:cNvPr>
          <p:cNvSpPr>
            <a:spLocks xmlns:a="http://schemas.openxmlformats.org/drawingml/2006/main" noGrp="1"/>
          </p:cNvSpPr>
          <p:nvPr/>
        </p:nvSpPr>
        <p:spPr>
          <a:xfrm xmlns:a="http://schemas.openxmlformats.org/drawingml/2006/main">
            <a:off x="4953000" y="3333750"/>
            <a:ext cx="647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14233B"/>
                </a:solidFill>
                <a:latin typeface="Arial"/>
                <a:ea typeface="Arial"/>
                <a:cs typeface="Arial"/>
              </a:defRPr>
            </a:defPPr>
            <a:lvl1pPr>
              <a:defRPr sz="1725" b="0">
                <a:solidFill>
                  <a:srgbClr val="14233B"/>
                </a:solidFill>
                <a:latin typeface="Arial"/>
                <a:ea typeface="Arial"/>
                <a:cs typeface="Arial"/>
              </a:defRPr>
            </a:lvl1pPr>
            <a:lvl2pPr>
              <a:defRPr sz="1725" b="0">
                <a:solidFill>
                  <a:srgbClr val="14233B"/>
                </a:solidFill>
                <a:latin typeface="Arial"/>
                <a:ea typeface="Arial"/>
                <a:cs typeface="Arial"/>
              </a:defRPr>
            </a:lvl2pPr>
            <a:lvl3pPr>
              <a:defRPr sz="1725" b="0">
                <a:solidFill>
                  <a:srgbClr val="14233B"/>
                </a:solidFill>
                <a:latin typeface="Arial"/>
                <a:ea typeface="Arial"/>
                <a:cs typeface="Arial"/>
              </a:defRPr>
            </a:lvl3pPr>
            <a:lvl4pPr>
              <a:defRPr sz="1725" b="0">
                <a:solidFill>
                  <a:srgbClr val="14233B"/>
                </a:solidFill>
                <a:latin typeface="Arial"/>
                <a:ea typeface="Arial"/>
                <a:cs typeface="Arial"/>
              </a:defRPr>
            </a:lvl4pPr>
            <a:lvl5pPr>
              <a:defRPr sz="1725" b="0">
                <a:solidFill>
                  <a:srgbClr val="14233B"/>
                </a:solidFill>
                <a:latin typeface="Arial"/>
                <a:ea typeface="Arial"/>
                <a:cs typeface="Arial"/>
              </a:defRPr>
            </a:lvl5pPr>
            <a:lvl6pPr>
              <a:defRPr sz="1725" b="0">
                <a:solidFill>
                  <a:srgbClr val="14233B"/>
                </a:solidFill>
                <a:latin typeface="Arial"/>
                <a:ea typeface="Arial"/>
                <a:cs typeface="Arial"/>
              </a:defRPr>
            </a:lvl6pPr>
            <a:lvl7pPr>
              <a:defRPr sz="1725" b="0">
                <a:solidFill>
                  <a:srgbClr val="14233B"/>
                </a:solidFill>
                <a:latin typeface="Arial"/>
                <a:ea typeface="Arial"/>
                <a:cs typeface="Arial"/>
              </a:defRPr>
            </a:lvl7pPr>
            <a:lvl8pPr>
              <a:defRPr sz="1725" b="0">
                <a:solidFill>
                  <a:srgbClr val="14233B"/>
                </a:solidFill>
                <a:latin typeface="Arial"/>
                <a:ea typeface="Arial"/>
                <a:cs typeface="Arial"/>
              </a:defRPr>
            </a:lvl8pPr>
            <a:lvl9pPr>
              <a:defRPr sz="1725" b="0">
                <a:solidFill>
                  <a:srgbClr val="14233B"/>
                </a:solidFill>
                <a:latin typeface="Arial"/>
                <a:ea typeface="Arial"/>
                <a:cs typeface="Arial"/>
              </a:defRPr>
            </a:lvl9pPr>
          </a:lstStyle>
          <a:p xmlns:a="http://schemas.openxmlformats.org/drawingml/2006/main">
            <a:pPr>
              <a:defRPr sz="1725" b="0">
                <a:solidFill>
                  <a:srgbClr val="14233B"/>
                </a:solidFill>
                <a:latin typeface="Arial"/>
                <a:ea typeface="Arial"/>
                <a:cs typeface="Arial"/>
              </a:defRPr>
            </a:pPr>
            <a:r>
              <a:rPr sz="1725" b="0">
                <a:solidFill>
                  <a:srgbClr val="14233B"/>
                </a:solidFill>
                <a:latin typeface="Arial"/>
                <a:ea typeface="Arial"/>
                <a:cs typeface="Arial"/>
              </a:rPr>
              <a:t>Install python3-venv for the selected Python</a:t>
            </a:r>
          </a:p>
        </p:txBody>
      </p:sp>
      <p:sp>
        <p:nvSpPr>
          <p:cNvPr id="8" name="">
            <a:extLst xmlns:a="http://schemas.openxmlformats.org/drawingml/2006/main">
              <a:ext uri="{FF2B5EF4-FFF2-40B4-BE49-F238E27FC236}">
                <a16:creationId xmlns:a16="http://schemas.microsoft.com/office/drawing/2014/main" id="{324D188B-3A35-4961-8291-C32DD272830E}"/>
              </a:ext>
            </a:extLst>
          </p:cNvPr>
          <p:cNvSpPr>
            <a:spLocks xmlns:a="http://schemas.openxmlformats.org/drawingml/2006/main" noGrp="1"/>
          </p:cNvSpPr>
          <p:nvPr/>
        </p:nvSpPr>
        <p:spPr>
          <a:xfrm xmlns:a="http://schemas.openxmlformats.org/drawingml/2006/main">
            <a:off x="609600" y="4152900"/>
            <a:ext cx="4191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1">
                <a:solidFill>
                  <a:srgbClr val="14233B"/>
                </a:solidFill>
                <a:latin typeface="Arial"/>
                <a:ea typeface="Arial"/>
                <a:cs typeface="Arial"/>
              </a:defRPr>
            </a:defPPr>
            <a:lvl1pPr>
              <a:defRPr sz="1725" b="1">
                <a:solidFill>
                  <a:srgbClr val="14233B"/>
                </a:solidFill>
                <a:latin typeface="Arial"/>
                <a:ea typeface="Arial"/>
                <a:cs typeface="Arial"/>
              </a:defRPr>
            </a:lvl1pPr>
            <a:lvl2pPr>
              <a:defRPr sz="1725" b="1">
                <a:solidFill>
                  <a:srgbClr val="14233B"/>
                </a:solidFill>
                <a:latin typeface="Arial"/>
                <a:ea typeface="Arial"/>
                <a:cs typeface="Arial"/>
              </a:defRPr>
            </a:lvl2pPr>
            <a:lvl3pPr>
              <a:defRPr sz="1725" b="1">
                <a:solidFill>
                  <a:srgbClr val="14233B"/>
                </a:solidFill>
                <a:latin typeface="Arial"/>
                <a:ea typeface="Arial"/>
                <a:cs typeface="Arial"/>
              </a:defRPr>
            </a:lvl3pPr>
            <a:lvl4pPr>
              <a:defRPr sz="1725" b="1">
                <a:solidFill>
                  <a:srgbClr val="14233B"/>
                </a:solidFill>
                <a:latin typeface="Arial"/>
                <a:ea typeface="Arial"/>
                <a:cs typeface="Arial"/>
              </a:defRPr>
            </a:lvl4pPr>
            <a:lvl5pPr>
              <a:defRPr sz="1725" b="1">
                <a:solidFill>
                  <a:srgbClr val="14233B"/>
                </a:solidFill>
                <a:latin typeface="Arial"/>
                <a:ea typeface="Arial"/>
                <a:cs typeface="Arial"/>
              </a:defRPr>
            </a:lvl5pPr>
            <a:lvl6pPr>
              <a:defRPr sz="1725" b="1">
                <a:solidFill>
                  <a:srgbClr val="14233B"/>
                </a:solidFill>
                <a:latin typeface="Arial"/>
                <a:ea typeface="Arial"/>
                <a:cs typeface="Arial"/>
              </a:defRPr>
            </a:lvl6pPr>
            <a:lvl7pPr>
              <a:defRPr sz="1725" b="1">
                <a:solidFill>
                  <a:srgbClr val="14233B"/>
                </a:solidFill>
                <a:latin typeface="Arial"/>
                <a:ea typeface="Arial"/>
                <a:cs typeface="Arial"/>
              </a:defRPr>
            </a:lvl7pPr>
            <a:lvl8pPr>
              <a:defRPr sz="1725" b="1">
                <a:solidFill>
                  <a:srgbClr val="14233B"/>
                </a:solidFill>
                <a:latin typeface="Arial"/>
                <a:ea typeface="Arial"/>
                <a:cs typeface="Arial"/>
              </a:defRPr>
            </a:lvl8pPr>
            <a:lvl9pPr>
              <a:defRPr sz="1725" b="1">
                <a:solidFill>
                  <a:srgbClr val="14233B"/>
                </a:solidFill>
                <a:latin typeface="Arial"/>
                <a:ea typeface="Arial"/>
                <a:cs typeface="Arial"/>
              </a:defRPr>
            </a:lvl9pPr>
          </a:lstStyle>
          <a:p xmlns:a="http://schemas.openxmlformats.org/drawingml/2006/main">
            <a:pPr>
              <a:defRPr sz="1725" b="1">
                <a:solidFill>
                  <a:srgbClr val="14233B"/>
                </a:solidFill>
                <a:latin typeface="Arial"/>
                <a:ea typeface="Arial"/>
                <a:cs typeface="Arial"/>
              </a:defRPr>
            </a:pPr>
            <a:r>
              <a:rPr sz="1725" b="1">
                <a:solidFill>
                  <a:srgbClr val="14233B"/>
                </a:solidFill>
                <a:latin typeface="Arial"/>
                <a:ea typeface="Arial"/>
                <a:cs typeface="Arial"/>
              </a:rPr>
              <a:t>Externally managed environment</a:t>
            </a:r>
          </a:p>
        </p:txBody>
      </p:sp>
      <p:sp>
        <p:nvSpPr>
          <p:cNvPr id="9" name="">
            <a:extLst xmlns:a="http://schemas.openxmlformats.org/drawingml/2006/main">
              <a:ext uri="{FF2B5EF4-FFF2-40B4-BE49-F238E27FC236}">
                <a16:creationId xmlns:a16="http://schemas.microsoft.com/office/drawing/2014/main" id="{CC2F6313-87C1-489D-BC98-01C6FEA97467}"/>
              </a:ext>
            </a:extLst>
          </p:cNvPr>
          <p:cNvSpPr>
            <a:spLocks xmlns:a="http://schemas.openxmlformats.org/drawingml/2006/main" noGrp="1"/>
          </p:cNvSpPr>
          <p:nvPr/>
        </p:nvSpPr>
        <p:spPr>
          <a:xfrm xmlns:a="http://schemas.openxmlformats.org/drawingml/2006/main">
            <a:off x="4953000" y="4152900"/>
            <a:ext cx="647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14233B"/>
                </a:solidFill>
                <a:latin typeface="Arial"/>
                <a:ea typeface="Arial"/>
                <a:cs typeface="Arial"/>
              </a:defRPr>
            </a:defPPr>
            <a:lvl1pPr>
              <a:defRPr sz="1725" b="0">
                <a:solidFill>
                  <a:srgbClr val="14233B"/>
                </a:solidFill>
                <a:latin typeface="Arial"/>
                <a:ea typeface="Arial"/>
                <a:cs typeface="Arial"/>
              </a:defRPr>
            </a:lvl1pPr>
            <a:lvl2pPr>
              <a:defRPr sz="1725" b="0">
                <a:solidFill>
                  <a:srgbClr val="14233B"/>
                </a:solidFill>
                <a:latin typeface="Arial"/>
                <a:ea typeface="Arial"/>
                <a:cs typeface="Arial"/>
              </a:defRPr>
            </a:lvl2pPr>
            <a:lvl3pPr>
              <a:defRPr sz="1725" b="0">
                <a:solidFill>
                  <a:srgbClr val="14233B"/>
                </a:solidFill>
                <a:latin typeface="Arial"/>
                <a:ea typeface="Arial"/>
                <a:cs typeface="Arial"/>
              </a:defRPr>
            </a:lvl3pPr>
            <a:lvl4pPr>
              <a:defRPr sz="1725" b="0">
                <a:solidFill>
                  <a:srgbClr val="14233B"/>
                </a:solidFill>
                <a:latin typeface="Arial"/>
                <a:ea typeface="Arial"/>
                <a:cs typeface="Arial"/>
              </a:defRPr>
            </a:lvl4pPr>
            <a:lvl5pPr>
              <a:defRPr sz="1725" b="0">
                <a:solidFill>
                  <a:srgbClr val="14233B"/>
                </a:solidFill>
                <a:latin typeface="Arial"/>
                <a:ea typeface="Arial"/>
                <a:cs typeface="Arial"/>
              </a:defRPr>
            </a:lvl5pPr>
            <a:lvl6pPr>
              <a:defRPr sz="1725" b="0">
                <a:solidFill>
                  <a:srgbClr val="14233B"/>
                </a:solidFill>
                <a:latin typeface="Arial"/>
                <a:ea typeface="Arial"/>
                <a:cs typeface="Arial"/>
              </a:defRPr>
            </a:lvl6pPr>
            <a:lvl7pPr>
              <a:defRPr sz="1725" b="0">
                <a:solidFill>
                  <a:srgbClr val="14233B"/>
                </a:solidFill>
                <a:latin typeface="Arial"/>
                <a:ea typeface="Arial"/>
                <a:cs typeface="Arial"/>
              </a:defRPr>
            </a:lvl7pPr>
            <a:lvl8pPr>
              <a:defRPr sz="1725" b="0">
                <a:solidFill>
                  <a:srgbClr val="14233B"/>
                </a:solidFill>
                <a:latin typeface="Arial"/>
                <a:ea typeface="Arial"/>
                <a:cs typeface="Arial"/>
              </a:defRPr>
            </a:lvl8pPr>
            <a:lvl9pPr>
              <a:defRPr sz="1725" b="0">
                <a:solidFill>
                  <a:srgbClr val="14233B"/>
                </a:solidFill>
                <a:latin typeface="Arial"/>
                <a:ea typeface="Arial"/>
                <a:cs typeface="Arial"/>
              </a:defRPr>
            </a:lvl9pPr>
          </a:lstStyle>
          <a:p xmlns:a="http://schemas.openxmlformats.org/drawingml/2006/main">
            <a:pPr>
              <a:defRPr sz="1725" b="0">
                <a:solidFill>
                  <a:srgbClr val="14233B"/>
                </a:solidFill>
                <a:latin typeface="Arial"/>
                <a:ea typeface="Arial"/>
                <a:cs typeface="Arial"/>
              </a:defRPr>
            </a:pPr>
            <a:r>
              <a:rPr sz="1725" b="0">
                <a:solidFill>
                  <a:srgbClr val="14233B"/>
                </a:solidFill>
                <a:latin typeface="Arial"/>
                <a:ea typeface="Arial"/>
                <a:cs typeface="Arial"/>
              </a:rPr>
              <a:t>Use .venv/bin/python for pip installation</a:t>
            </a:r>
          </a:p>
        </p:txBody>
      </p:sp>
      <p:sp>
        <p:nvSpPr>
          <p:cNvPr id="10" name="">
            <a:extLst xmlns:a="http://schemas.openxmlformats.org/drawingml/2006/main">
              <a:ext uri="{FF2B5EF4-FFF2-40B4-BE49-F238E27FC236}">
                <a16:creationId xmlns:a16="http://schemas.microsoft.com/office/drawing/2014/main" id="{ABB723A3-688E-48A6-9F1C-4A5C38970DAF}"/>
              </a:ext>
            </a:extLst>
          </p:cNvPr>
          <p:cNvSpPr>
            <a:spLocks xmlns:a="http://schemas.openxmlformats.org/drawingml/2006/main" noGrp="1"/>
          </p:cNvSpPr>
          <p:nvPr/>
        </p:nvSpPr>
        <p:spPr>
          <a:xfrm xmlns:a="http://schemas.openxmlformats.org/drawingml/2006/main">
            <a:off x="609600" y="4972050"/>
            <a:ext cx="4191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1">
                <a:solidFill>
                  <a:srgbClr val="14233B"/>
                </a:solidFill>
                <a:latin typeface="Arial"/>
                <a:ea typeface="Arial"/>
                <a:cs typeface="Arial"/>
              </a:defRPr>
            </a:defPPr>
            <a:lvl1pPr>
              <a:defRPr sz="1725" b="1">
                <a:solidFill>
                  <a:srgbClr val="14233B"/>
                </a:solidFill>
                <a:latin typeface="Arial"/>
                <a:ea typeface="Arial"/>
                <a:cs typeface="Arial"/>
              </a:defRPr>
            </a:lvl1pPr>
            <a:lvl2pPr>
              <a:defRPr sz="1725" b="1">
                <a:solidFill>
                  <a:srgbClr val="14233B"/>
                </a:solidFill>
                <a:latin typeface="Arial"/>
                <a:ea typeface="Arial"/>
                <a:cs typeface="Arial"/>
              </a:defRPr>
            </a:lvl2pPr>
            <a:lvl3pPr>
              <a:defRPr sz="1725" b="1">
                <a:solidFill>
                  <a:srgbClr val="14233B"/>
                </a:solidFill>
                <a:latin typeface="Arial"/>
                <a:ea typeface="Arial"/>
                <a:cs typeface="Arial"/>
              </a:defRPr>
            </a:lvl3pPr>
            <a:lvl4pPr>
              <a:defRPr sz="1725" b="1">
                <a:solidFill>
                  <a:srgbClr val="14233B"/>
                </a:solidFill>
                <a:latin typeface="Arial"/>
                <a:ea typeface="Arial"/>
                <a:cs typeface="Arial"/>
              </a:defRPr>
            </a:lvl4pPr>
            <a:lvl5pPr>
              <a:defRPr sz="1725" b="1">
                <a:solidFill>
                  <a:srgbClr val="14233B"/>
                </a:solidFill>
                <a:latin typeface="Arial"/>
                <a:ea typeface="Arial"/>
                <a:cs typeface="Arial"/>
              </a:defRPr>
            </a:lvl5pPr>
            <a:lvl6pPr>
              <a:defRPr sz="1725" b="1">
                <a:solidFill>
                  <a:srgbClr val="14233B"/>
                </a:solidFill>
                <a:latin typeface="Arial"/>
                <a:ea typeface="Arial"/>
                <a:cs typeface="Arial"/>
              </a:defRPr>
            </a:lvl6pPr>
            <a:lvl7pPr>
              <a:defRPr sz="1725" b="1">
                <a:solidFill>
                  <a:srgbClr val="14233B"/>
                </a:solidFill>
                <a:latin typeface="Arial"/>
                <a:ea typeface="Arial"/>
                <a:cs typeface="Arial"/>
              </a:defRPr>
            </a:lvl7pPr>
            <a:lvl8pPr>
              <a:defRPr sz="1725" b="1">
                <a:solidFill>
                  <a:srgbClr val="14233B"/>
                </a:solidFill>
                <a:latin typeface="Arial"/>
                <a:ea typeface="Arial"/>
                <a:cs typeface="Arial"/>
              </a:defRPr>
            </a:lvl8pPr>
            <a:lvl9pPr>
              <a:defRPr sz="1725" b="1">
                <a:solidFill>
                  <a:srgbClr val="14233B"/>
                </a:solidFill>
                <a:latin typeface="Arial"/>
                <a:ea typeface="Arial"/>
                <a:cs typeface="Arial"/>
              </a:defRPr>
            </a:lvl9pPr>
          </a:lstStyle>
          <a:p xmlns:a="http://schemas.openxmlformats.org/drawingml/2006/main">
            <a:pPr>
              <a:defRPr sz="1725" b="1">
                <a:solidFill>
                  <a:srgbClr val="14233B"/>
                </a:solidFill>
                <a:latin typeface="Arial"/>
                <a:ea typeface="Arial"/>
                <a:cs typeface="Arial"/>
              </a:defRPr>
            </a:pPr>
            <a:r>
              <a:rPr sz="1725" b="1">
                <a:solidFill>
                  <a:srgbClr val="14233B"/>
                </a:solidFill>
                <a:latin typeface="Arial"/>
                <a:ea typeface="Arial"/>
                <a:cs typeface="Arial"/>
              </a:rPr>
              <a:t>No graphical display</a:t>
            </a:r>
          </a:p>
        </p:txBody>
      </p:sp>
      <p:sp>
        <p:nvSpPr>
          <p:cNvPr id="11" name="">
            <a:extLst xmlns:a="http://schemas.openxmlformats.org/drawingml/2006/main">
              <a:ext uri="{FF2B5EF4-FFF2-40B4-BE49-F238E27FC236}">
                <a16:creationId xmlns:a16="http://schemas.microsoft.com/office/drawing/2014/main" id="{7A6C6328-9BE4-44FC-BD48-D31DC6D55BB0}"/>
              </a:ext>
            </a:extLst>
          </p:cNvPr>
          <p:cNvSpPr>
            <a:spLocks xmlns:a="http://schemas.openxmlformats.org/drawingml/2006/main" noGrp="1"/>
          </p:cNvSpPr>
          <p:nvPr/>
        </p:nvSpPr>
        <p:spPr>
          <a:xfrm xmlns:a="http://schemas.openxmlformats.org/drawingml/2006/main">
            <a:off x="4953000" y="4972050"/>
            <a:ext cx="647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14233B"/>
                </a:solidFill>
                <a:latin typeface="Arial"/>
                <a:ea typeface="Arial"/>
                <a:cs typeface="Arial"/>
              </a:defRPr>
            </a:defPPr>
            <a:lvl1pPr>
              <a:defRPr sz="1725" b="0">
                <a:solidFill>
                  <a:srgbClr val="14233B"/>
                </a:solidFill>
                <a:latin typeface="Arial"/>
                <a:ea typeface="Arial"/>
                <a:cs typeface="Arial"/>
              </a:defRPr>
            </a:lvl1pPr>
            <a:lvl2pPr>
              <a:defRPr sz="1725" b="0">
                <a:solidFill>
                  <a:srgbClr val="14233B"/>
                </a:solidFill>
                <a:latin typeface="Arial"/>
                <a:ea typeface="Arial"/>
                <a:cs typeface="Arial"/>
              </a:defRPr>
            </a:lvl2pPr>
            <a:lvl3pPr>
              <a:defRPr sz="1725" b="0">
                <a:solidFill>
                  <a:srgbClr val="14233B"/>
                </a:solidFill>
                <a:latin typeface="Arial"/>
                <a:ea typeface="Arial"/>
                <a:cs typeface="Arial"/>
              </a:defRPr>
            </a:lvl3pPr>
            <a:lvl4pPr>
              <a:defRPr sz="1725" b="0">
                <a:solidFill>
                  <a:srgbClr val="14233B"/>
                </a:solidFill>
                <a:latin typeface="Arial"/>
                <a:ea typeface="Arial"/>
                <a:cs typeface="Arial"/>
              </a:defRPr>
            </a:lvl4pPr>
            <a:lvl5pPr>
              <a:defRPr sz="1725" b="0">
                <a:solidFill>
                  <a:srgbClr val="14233B"/>
                </a:solidFill>
                <a:latin typeface="Arial"/>
                <a:ea typeface="Arial"/>
                <a:cs typeface="Arial"/>
              </a:defRPr>
            </a:lvl5pPr>
            <a:lvl6pPr>
              <a:defRPr sz="1725" b="0">
                <a:solidFill>
                  <a:srgbClr val="14233B"/>
                </a:solidFill>
                <a:latin typeface="Arial"/>
                <a:ea typeface="Arial"/>
                <a:cs typeface="Arial"/>
              </a:defRPr>
            </a:lvl6pPr>
            <a:lvl7pPr>
              <a:defRPr sz="1725" b="0">
                <a:solidFill>
                  <a:srgbClr val="14233B"/>
                </a:solidFill>
                <a:latin typeface="Arial"/>
                <a:ea typeface="Arial"/>
                <a:cs typeface="Arial"/>
              </a:defRPr>
            </a:lvl7pPr>
            <a:lvl8pPr>
              <a:defRPr sz="1725" b="0">
                <a:solidFill>
                  <a:srgbClr val="14233B"/>
                </a:solidFill>
                <a:latin typeface="Arial"/>
                <a:ea typeface="Arial"/>
                <a:cs typeface="Arial"/>
              </a:defRPr>
            </a:lvl8pPr>
            <a:lvl9pPr>
              <a:defRPr sz="1725" b="0">
                <a:solidFill>
                  <a:srgbClr val="14233B"/>
                </a:solidFill>
                <a:latin typeface="Arial"/>
                <a:ea typeface="Arial"/>
                <a:cs typeface="Arial"/>
              </a:defRPr>
            </a:lvl9pPr>
          </a:lstStyle>
          <a:p xmlns:a="http://schemas.openxmlformats.org/drawingml/2006/main">
            <a:pPr>
              <a:defRPr sz="1725" b="0">
                <a:solidFill>
                  <a:srgbClr val="14233B"/>
                </a:solidFill>
                <a:latin typeface="Arial"/>
                <a:ea typeface="Arial"/>
                <a:cs typeface="Arial"/>
              </a:defRPr>
            </a:pPr>
            <a:r>
              <a:rPr sz="1725" b="0">
                <a:solidFill>
                  <a:srgbClr val="14233B"/>
                </a:solidFill>
                <a:latin typeface="Arial"/>
                <a:ea typeface="Arial"/>
                <a:cs typeface="Arial"/>
              </a:rPr>
              <a:t>Open the saved figure.png in an image viewer</a:t>
            </a:r>
          </a:p>
        </p:txBody>
      </p:sp>
      <p:sp>
        <p:nvSpPr>
          <p:cNvPr id="12" name="">
            <a:extLst xmlns:a="http://schemas.openxmlformats.org/drawingml/2006/main">
              <a:ext uri="{FF2B5EF4-FFF2-40B4-BE49-F238E27FC236}">
                <a16:creationId xmlns:a16="http://schemas.microsoft.com/office/drawing/2014/main" id="{833B53F2-6CA0-4045-BF7B-E2CA2EC54071}"/>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4A5B6B"/>
                </a:solidFill>
                <a:latin typeface="Arial"/>
                <a:ea typeface="Arial"/>
                <a:cs typeface="Arial"/>
              </a:defRPr>
            </a:defPPr>
            <a:lvl1pPr>
              <a:defRPr sz="1200" b="0">
                <a:solidFill>
                  <a:srgbClr val="4A5B6B"/>
                </a:solidFill>
                <a:latin typeface="Arial"/>
                <a:ea typeface="Arial"/>
                <a:cs typeface="Arial"/>
              </a:defRPr>
            </a:lvl1pPr>
            <a:lvl2pPr>
              <a:defRPr sz="1200" b="0">
                <a:solidFill>
                  <a:srgbClr val="4A5B6B"/>
                </a:solidFill>
                <a:latin typeface="Arial"/>
                <a:ea typeface="Arial"/>
                <a:cs typeface="Arial"/>
              </a:defRPr>
            </a:lvl2pPr>
            <a:lvl3pPr>
              <a:defRPr sz="1200" b="0">
                <a:solidFill>
                  <a:srgbClr val="4A5B6B"/>
                </a:solidFill>
                <a:latin typeface="Arial"/>
                <a:ea typeface="Arial"/>
                <a:cs typeface="Arial"/>
              </a:defRPr>
            </a:lvl3pPr>
            <a:lvl4pPr>
              <a:defRPr sz="1200" b="0">
                <a:solidFill>
                  <a:srgbClr val="4A5B6B"/>
                </a:solidFill>
                <a:latin typeface="Arial"/>
                <a:ea typeface="Arial"/>
                <a:cs typeface="Arial"/>
              </a:defRPr>
            </a:lvl4pPr>
            <a:lvl5pPr>
              <a:defRPr sz="1200" b="0">
                <a:solidFill>
                  <a:srgbClr val="4A5B6B"/>
                </a:solidFill>
                <a:latin typeface="Arial"/>
                <a:ea typeface="Arial"/>
                <a:cs typeface="Arial"/>
              </a:defRPr>
            </a:lvl5pPr>
            <a:lvl6pPr>
              <a:defRPr sz="1200" b="0">
                <a:solidFill>
                  <a:srgbClr val="4A5B6B"/>
                </a:solidFill>
                <a:latin typeface="Arial"/>
                <a:ea typeface="Arial"/>
                <a:cs typeface="Arial"/>
              </a:defRPr>
            </a:lvl6pPr>
            <a:lvl7pPr>
              <a:defRPr sz="1200" b="0">
                <a:solidFill>
                  <a:srgbClr val="4A5B6B"/>
                </a:solidFill>
                <a:latin typeface="Arial"/>
                <a:ea typeface="Arial"/>
                <a:cs typeface="Arial"/>
              </a:defRPr>
            </a:lvl7pPr>
            <a:lvl8pPr>
              <a:defRPr sz="1200" b="0">
                <a:solidFill>
                  <a:srgbClr val="4A5B6B"/>
                </a:solidFill>
                <a:latin typeface="Arial"/>
                <a:ea typeface="Arial"/>
                <a:cs typeface="Arial"/>
              </a:defRPr>
            </a:lvl8pPr>
            <a:lvl9pPr>
              <a:defRPr sz="1200" b="0">
                <a:solidFill>
                  <a:srgbClr val="4A5B6B"/>
                </a:solidFill>
                <a:latin typeface="Arial"/>
                <a:ea typeface="Arial"/>
                <a:cs typeface="Arial"/>
              </a:defRPr>
            </a:lvl9pPr>
          </a:lstStyle>
          <a:p xmlns:a="http://schemas.openxmlformats.org/drawingml/2006/main">
            <a:pPr>
              <a:defRPr sz="1200" b="0">
                <a:solidFill>
                  <a:srgbClr val="4A5B6B"/>
                </a:solidFill>
                <a:latin typeface="Arial"/>
                <a:ea typeface="Arial"/>
                <a:cs typeface="Arial"/>
              </a:defRPr>
            </a:pPr>
            <a:r>
              <a:rPr sz="1200" b="0">
                <a:solidFill>
                  <a:srgbClr val="4A5B6B"/>
                </a:solidFill>
                <a:latin typeface="Arial"/>
                <a:ea typeface="Arial"/>
                <a:cs typeface="Arial"/>
              </a:rPr>
              <a:t>14 / 14</a:t>
            </a:r>
          </a:p>
        </p:txBody>
      </p:sp>
    </p:spTree>
    <p:extLst>
      <p:ext uri="{BB962C8B-B14F-4D97-AF65-F5344CB8AC3E}">
        <p14:creationId xmlns:p14="http://schemas.microsoft.com/office/powerpoint/2010/main" val="13267484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2026-10-20T07:25:05.8710000Z</dcterms:created>
  <dcterms:modified xsi:type="dcterms:W3CDTF">2026-10-20T07:25:05.8710000Z</dcterms:modified>
</coreProperties>
</file>